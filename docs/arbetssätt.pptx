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4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0" r:id="rId5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F2FFD5-1608-EEC2-D0A4-555CC5F4C04C}" name="Jens J Andersson" initials="JA" userId="S::jens.j.andersson@skatteverket.se::56905d8a-168a-44d1-96a6-3da9496cfc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E6E6E6"/>
    <a:srgbClr val="FFCC00"/>
    <a:srgbClr val="A1C2E3"/>
    <a:srgbClr val="8A71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87" autoAdjust="0"/>
    <p:restoredTop sz="94718" autoAdjust="0"/>
  </p:normalViewPr>
  <p:slideViewPr>
    <p:cSldViewPr snapToGrid="0">
      <p:cViewPr varScale="1">
        <p:scale>
          <a:sx n="73" d="100"/>
          <a:sy n="73" d="100"/>
        </p:scale>
        <p:origin x="43" y="6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9E245F0-301E-43C8-9B35-6DB9AB612445}" authorId="{98F2FFD5-1608-EEC2-D0A4-555CC5F4C04C}" created="2026-09-07T12:21:55.456">
    <pc:sldMkLst xmlns:pc="http://schemas.microsoft.com/office/powerpoint/2013/main/command">
      <pc:docMk/>
      <pc:sldMk cId="0" sldId="260"/>
    </pc:sldMkLst>
    <p188:txBody>
      <a:bodyPr/>
      <a:lstStyle/>
      <a:p>
        <a:r>
          <a:rPr lang="en-US"/>
          <a:t>Fredrik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56A9A-9813-47B1-8379-9F2450990F09}" type="datetimeFigureOut">
              <a:rPr lang="sv-SE" smtClean="0"/>
              <a:t>2026-10-01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C8991-D57F-4F57-99D8-D1041714389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7980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Använd bilden för att beskriva skiftet: förr var det dyrt att testa och därför valde vi hårt tidigt. Nu gör AI prototyper billigare, vilket gör att vi kan lära snabbare och stoppa tidigare.
[Sources]
Bilden på sliden är den bild som användaren skickade in i konversationen.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214EF9B-6828-432D-B681-00F5AD20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0816" y="2564904"/>
            <a:ext cx="6370622" cy="720000"/>
          </a:xfrm>
        </p:spPr>
        <p:txBody>
          <a:bodyPr anchor="b">
            <a:noAutofit/>
          </a:bodyPr>
          <a:lstStyle>
            <a:lvl1pPr algn="l">
              <a:defRPr sz="3800"/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533BFFE0-8FAF-4991-9C36-8F71F5333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0000" y="3329642"/>
            <a:ext cx="6370622" cy="360238"/>
          </a:xfrm>
        </p:spPr>
        <p:txBody>
          <a:bodyPr>
            <a:no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DB899D5-D822-4871-8971-DF88C80BF5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0000" y="3734618"/>
            <a:ext cx="6370622" cy="365125"/>
          </a:xfrm>
        </p:spPr>
        <p:txBody>
          <a:bodyPr/>
          <a:lstStyle>
            <a:lvl1pPr>
              <a:defRPr sz="1500">
                <a:solidFill>
                  <a:schemeClr val="tx1"/>
                </a:solidFill>
              </a:defRPr>
            </a:lvl1pPr>
          </a:lstStyle>
          <a:p>
            <a:fld id="{C3CAB3A1-2D40-4BA9-A61B-AFD14D1D0A73}" type="datetimeFigureOut">
              <a:rPr lang="sv-SE" smtClean="0"/>
              <a:pPr/>
              <a:t>2026-10-01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63F1D00-1D3E-4DFE-AF33-74782C82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07999" y="6356349"/>
            <a:ext cx="7942623" cy="365125"/>
          </a:xfrm>
        </p:spPr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697EA8-1DDA-4FEA-9D88-06AE9FE1B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A28D3-22CF-4FB0-80FD-EC473B325B38}" type="slidenum">
              <a:rPr lang="sv-SE" smtClean="0"/>
              <a:t>‹#›</a:t>
            </a:fld>
            <a:endParaRPr lang="sv-SE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949B3399-2D2E-45AA-8053-3A625F95F58E}"/>
              </a:ext>
            </a:extLst>
          </p:cNvPr>
          <p:cNvSpPr/>
          <p:nvPr userDrawn="1"/>
        </p:nvSpPr>
        <p:spPr>
          <a:xfrm>
            <a:off x="7550642" y="0"/>
            <a:ext cx="3879372" cy="6870717"/>
          </a:xfrm>
          <a:custGeom>
            <a:avLst/>
            <a:gdLst>
              <a:gd name="connsiteX0" fmla="*/ 0 w 618186"/>
              <a:gd name="connsiteY0" fmla="*/ 0 h 6858000"/>
              <a:gd name="connsiteX1" fmla="*/ 618186 w 618186"/>
              <a:gd name="connsiteY1" fmla="*/ 0 h 6858000"/>
              <a:gd name="connsiteX2" fmla="*/ 618186 w 618186"/>
              <a:gd name="connsiteY2" fmla="*/ 6858000 h 6858000"/>
              <a:gd name="connsiteX3" fmla="*/ 0 w 618186"/>
              <a:gd name="connsiteY3" fmla="*/ 6858000 h 6858000"/>
              <a:gd name="connsiteX4" fmla="*/ 0 w 618186"/>
              <a:gd name="connsiteY4" fmla="*/ 0 h 6858000"/>
              <a:gd name="connsiteX0" fmla="*/ 0 w 2060620"/>
              <a:gd name="connsiteY0" fmla="*/ 0 h 6858000"/>
              <a:gd name="connsiteX1" fmla="*/ 618186 w 2060620"/>
              <a:gd name="connsiteY1" fmla="*/ 0 h 6858000"/>
              <a:gd name="connsiteX2" fmla="*/ 2060620 w 2060620"/>
              <a:gd name="connsiteY2" fmla="*/ 3580327 h 6858000"/>
              <a:gd name="connsiteX3" fmla="*/ 618186 w 2060620"/>
              <a:gd name="connsiteY3" fmla="*/ 6858000 h 6858000"/>
              <a:gd name="connsiteX4" fmla="*/ 0 w 2060620"/>
              <a:gd name="connsiteY4" fmla="*/ 6858000 h 6858000"/>
              <a:gd name="connsiteX5" fmla="*/ 0 w 2060620"/>
              <a:gd name="connsiteY5" fmla="*/ 0 h 6858000"/>
              <a:gd name="connsiteX0" fmla="*/ 0 w 3438659"/>
              <a:gd name="connsiteY0" fmla="*/ 0 h 6870878"/>
              <a:gd name="connsiteX1" fmla="*/ 618186 w 3438659"/>
              <a:gd name="connsiteY1" fmla="*/ 0 h 6870878"/>
              <a:gd name="connsiteX2" fmla="*/ 2060620 w 3438659"/>
              <a:gd name="connsiteY2" fmla="*/ 3580327 h 6870878"/>
              <a:gd name="connsiteX3" fmla="*/ 3438659 w 3438659"/>
              <a:gd name="connsiteY3" fmla="*/ 6870878 h 6870878"/>
              <a:gd name="connsiteX4" fmla="*/ 0 w 3438659"/>
              <a:gd name="connsiteY4" fmla="*/ 6858000 h 6870878"/>
              <a:gd name="connsiteX5" fmla="*/ 0 w 3438659"/>
              <a:gd name="connsiteY5" fmla="*/ 0 h 6870878"/>
              <a:gd name="connsiteX0" fmla="*/ 0 w 3850784"/>
              <a:gd name="connsiteY0" fmla="*/ 0 h 6870878"/>
              <a:gd name="connsiteX1" fmla="*/ 618186 w 3850784"/>
              <a:gd name="connsiteY1" fmla="*/ 0 h 6870878"/>
              <a:gd name="connsiteX2" fmla="*/ 3850784 w 3850784"/>
              <a:gd name="connsiteY2" fmla="*/ 4919730 h 6870878"/>
              <a:gd name="connsiteX3" fmla="*/ 3438659 w 3850784"/>
              <a:gd name="connsiteY3" fmla="*/ 6870878 h 6870878"/>
              <a:gd name="connsiteX4" fmla="*/ 0 w 3850784"/>
              <a:gd name="connsiteY4" fmla="*/ 6858000 h 6870878"/>
              <a:gd name="connsiteX5" fmla="*/ 0 w 3850784"/>
              <a:gd name="connsiteY5" fmla="*/ 0 h 6870878"/>
              <a:gd name="connsiteX0" fmla="*/ 0 w 3850784"/>
              <a:gd name="connsiteY0" fmla="*/ 0 h 6870878"/>
              <a:gd name="connsiteX1" fmla="*/ 618186 w 3850784"/>
              <a:gd name="connsiteY1" fmla="*/ 0 h 6870878"/>
              <a:gd name="connsiteX2" fmla="*/ 3850784 w 3850784"/>
              <a:gd name="connsiteY2" fmla="*/ 4919730 h 6870878"/>
              <a:gd name="connsiteX3" fmla="*/ 3438659 w 3850784"/>
              <a:gd name="connsiteY3" fmla="*/ 6870878 h 6870878"/>
              <a:gd name="connsiteX4" fmla="*/ 25758 w 3850784"/>
              <a:gd name="connsiteY4" fmla="*/ 6819364 h 6870878"/>
              <a:gd name="connsiteX5" fmla="*/ 0 w 3850784"/>
              <a:gd name="connsiteY5" fmla="*/ 0 h 6870878"/>
              <a:gd name="connsiteX0" fmla="*/ 0 w 3850906"/>
              <a:gd name="connsiteY0" fmla="*/ 0 h 6870878"/>
              <a:gd name="connsiteX1" fmla="*/ 618186 w 3850906"/>
              <a:gd name="connsiteY1" fmla="*/ 0 h 6870878"/>
              <a:gd name="connsiteX2" fmla="*/ 3850784 w 3850906"/>
              <a:gd name="connsiteY2" fmla="*/ 4919730 h 6870878"/>
              <a:gd name="connsiteX3" fmla="*/ 3438659 w 3850906"/>
              <a:gd name="connsiteY3" fmla="*/ 6870878 h 6870878"/>
              <a:gd name="connsiteX4" fmla="*/ 25758 w 3850906"/>
              <a:gd name="connsiteY4" fmla="*/ 6819364 h 6870878"/>
              <a:gd name="connsiteX5" fmla="*/ 0 w 3850906"/>
              <a:gd name="connsiteY5" fmla="*/ 0 h 6870878"/>
              <a:gd name="connsiteX0" fmla="*/ 0 w 3850906"/>
              <a:gd name="connsiteY0" fmla="*/ 46 h 6870924"/>
              <a:gd name="connsiteX1" fmla="*/ 618186 w 3850906"/>
              <a:gd name="connsiteY1" fmla="*/ 46 h 6870924"/>
              <a:gd name="connsiteX2" fmla="*/ 3850784 w 3850906"/>
              <a:gd name="connsiteY2" fmla="*/ 4919776 h 6870924"/>
              <a:gd name="connsiteX3" fmla="*/ 3438659 w 3850906"/>
              <a:gd name="connsiteY3" fmla="*/ 6870924 h 6870924"/>
              <a:gd name="connsiteX4" fmla="*/ 25758 w 3850906"/>
              <a:gd name="connsiteY4" fmla="*/ 6819410 h 6870924"/>
              <a:gd name="connsiteX5" fmla="*/ 0 w 3850906"/>
              <a:gd name="connsiteY5" fmla="*/ 46 h 6870924"/>
              <a:gd name="connsiteX0" fmla="*/ 0 w 3856669"/>
              <a:gd name="connsiteY0" fmla="*/ 60 h 6870938"/>
              <a:gd name="connsiteX1" fmla="*/ 618186 w 3856669"/>
              <a:gd name="connsiteY1" fmla="*/ 60 h 6870938"/>
              <a:gd name="connsiteX2" fmla="*/ 3850784 w 3856669"/>
              <a:gd name="connsiteY2" fmla="*/ 4919790 h 6870938"/>
              <a:gd name="connsiteX3" fmla="*/ 3438659 w 3856669"/>
              <a:gd name="connsiteY3" fmla="*/ 6870938 h 6870938"/>
              <a:gd name="connsiteX4" fmla="*/ 25758 w 3856669"/>
              <a:gd name="connsiteY4" fmla="*/ 6819424 h 6870938"/>
              <a:gd name="connsiteX5" fmla="*/ 0 w 3856669"/>
              <a:gd name="connsiteY5" fmla="*/ 60 h 6870938"/>
              <a:gd name="connsiteX0" fmla="*/ 0 w 3856669"/>
              <a:gd name="connsiteY0" fmla="*/ 60 h 6873649"/>
              <a:gd name="connsiteX1" fmla="*/ 618186 w 3856669"/>
              <a:gd name="connsiteY1" fmla="*/ 60 h 6873649"/>
              <a:gd name="connsiteX2" fmla="*/ 3850784 w 3856669"/>
              <a:gd name="connsiteY2" fmla="*/ 4919790 h 6873649"/>
              <a:gd name="connsiteX3" fmla="*/ 3438659 w 3856669"/>
              <a:gd name="connsiteY3" fmla="*/ 6870938 h 6873649"/>
              <a:gd name="connsiteX4" fmla="*/ 25758 w 3856669"/>
              <a:gd name="connsiteY4" fmla="*/ 6819424 h 6873649"/>
              <a:gd name="connsiteX5" fmla="*/ 0 w 3856669"/>
              <a:gd name="connsiteY5" fmla="*/ 60 h 6873649"/>
              <a:gd name="connsiteX0" fmla="*/ 0 w 3850906"/>
              <a:gd name="connsiteY0" fmla="*/ 54 h 6871053"/>
              <a:gd name="connsiteX1" fmla="*/ 618186 w 3850906"/>
              <a:gd name="connsiteY1" fmla="*/ 54 h 6871053"/>
              <a:gd name="connsiteX2" fmla="*/ 3850784 w 3850906"/>
              <a:gd name="connsiteY2" fmla="*/ 4919784 h 6871053"/>
              <a:gd name="connsiteX3" fmla="*/ 3438659 w 3850906"/>
              <a:gd name="connsiteY3" fmla="*/ 6870932 h 6871053"/>
              <a:gd name="connsiteX4" fmla="*/ 25758 w 3850906"/>
              <a:gd name="connsiteY4" fmla="*/ 6819418 h 6871053"/>
              <a:gd name="connsiteX5" fmla="*/ 0 w 3850906"/>
              <a:gd name="connsiteY5" fmla="*/ 54 h 6871053"/>
              <a:gd name="connsiteX0" fmla="*/ 0 w 3861096"/>
              <a:gd name="connsiteY0" fmla="*/ 341846 h 7367038"/>
              <a:gd name="connsiteX1" fmla="*/ 618186 w 3861096"/>
              <a:gd name="connsiteY1" fmla="*/ 341846 h 7367038"/>
              <a:gd name="connsiteX2" fmla="*/ 3822209 w 3861096"/>
              <a:gd name="connsiteY2" fmla="*/ 4956776 h 7367038"/>
              <a:gd name="connsiteX3" fmla="*/ 3438659 w 3861096"/>
              <a:gd name="connsiteY3" fmla="*/ 7212724 h 7367038"/>
              <a:gd name="connsiteX4" fmla="*/ 25758 w 3861096"/>
              <a:gd name="connsiteY4" fmla="*/ 7161210 h 7367038"/>
              <a:gd name="connsiteX5" fmla="*/ 0 w 3861096"/>
              <a:gd name="connsiteY5" fmla="*/ 341846 h 7367038"/>
              <a:gd name="connsiteX0" fmla="*/ 0 w 3822362"/>
              <a:gd name="connsiteY0" fmla="*/ 341846 h 7225786"/>
              <a:gd name="connsiteX1" fmla="*/ 618186 w 3822362"/>
              <a:gd name="connsiteY1" fmla="*/ 341846 h 7225786"/>
              <a:gd name="connsiteX2" fmla="*/ 3822209 w 3822362"/>
              <a:gd name="connsiteY2" fmla="*/ 4956776 h 7225786"/>
              <a:gd name="connsiteX3" fmla="*/ 3438659 w 3822362"/>
              <a:gd name="connsiteY3" fmla="*/ 7212724 h 7225786"/>
              <a:gd name="connsiteX4" fmla="*/ 25758 w 3822362"/>
              <a:gd name="connsiteY4" fmla="*/ 7161210 h 7225786"/>
              <a:gd name="connsiteX5" fmla="*/ 0 w 3822362"/>
              <a:gd name="connsiteY5" fmla="*/ 341846 h 7225786"/>
              <a:gd name="connsiteX0" fmla="*/ 0 w 3822362"/>
              <a:gd name="connsiteY0" fmla="*/ 341846 h 7225786"/>
              <a:gd name="connsiteX1" fmla="*/ 618186 w 3822362"/>
              <a:gd name="connsiteY1" fmla="*/ 341846 h 7225786"/>
              <a:gd name="connsiteX2" fmla="*/ 3822209 w 3822362"/>
              <a:gd name="connsiteY2" fmla="*/ 4956776 h 7225786"/>
              <a:gd name="connsiteX3" fmla="*/ 3438659 w 3822362"/>
              <a:gd name="connsiteY3" fmla="*/ 7212724 h 7225786"/>
              <a:gd name="connsiteX4" fmla="*/ 25758 w 3822362"/>
              <a:gd name="connsiteY4" fmla="*/ 7161210 h 7225786"/>
              <a:gd name="connsiteX5" fmla="*/ 0 w 3822362"/>
              <a:gd name="connsiteY5" fmla="*/ 341846 h 7225786"/>
              <a:gd name="connsiteX0" fmla="*/ 0 w 3822362"/>
              <a:gd name="connsiteY0" fmla="*/ 341846 h 7225786"/>
              <a:gd name="connsiteX1" fmla="*/ 618186 w 3822362"/>
              <a:gd name="connsiteY1" fmla="*/ 341846 h 7225786"/>
              <a:gd name="connsiteX2" fmla="*/ 3822209 w 3822362"/>
              <a:gd name="connsiteY2" fmla="*/ 4956776 h 7225786"/>
              <a:gd name="connsiteX3" fmla="*/ 3438659 w 3822362"/>
              <a:gd name="connsiteY3" fmla="*/ 7212724 h 7225786"/>
              <a:gd name="connsiteX4" fmla="*/ 25758 w 3822362"/>
              <a:gd name="connsiteY4" fmla="*/ 7161210 h 7225786"/>
              <a:gd name="connsiteX5" fmla="*/ 0 w 3822362"/>
              <a:gd name="connsiteY5" fmla="*/ 341846 h 7225786"/>
              <a:gd name="connsiteX0" fmla="*/ 0 w 3822362"/>
              <a:gd name="connsiteY0" fmla="*/ 341846 h 7225786"/>
              <a:gd name="connsiteX1" fmla="*/ 618186 w 3822362"/>
              <a:gd name="connsiteY1" fmla="*/ 341846 h 7225786"/>
              <a:gd name="connsiteX2" fmla="*/ 3822209 w 3822362"/>
              <a:gd name="connsiteY2" fmla="*/ 4956776 h 7225786"/>
              <a:gd name="connsiteX3" fmla="*/ 3438659 w 3822362"/>
              <a:gd name="connsiteY3" fmla="*/ 7212724 h 7225786"/>
              <a:gd name="connsiteX4" fmla="*/ 25758 w 3822362"/>
              <a:gd name="connsiteY4" fmla="*/ 7161210 h 7225786"/>
              <a:gd name="connsiteX5" fmla="*/ 0 w 3822362"/>
              <a:gd name="connsiteY5" fmla="*/ 341846 h 7225786"/>
              <a:gd name="connsiteX0" fmla="*/ 0 w 3822362"/>
              <a:gd name="connsiteY0" fmla="*/ 341846 h 7225786"/>
              <a:gd name="connsiteX1" fmla="*/ 618186 w 3822362"/>
              <a:gd name="connsiteY1" fmla="*/ 341846 h 7225786"/>
              <a:gd name="connsiteX2" fmla="*/ 3822209 w 3822362"/>
              <a:gd name="connsiteY2" fmla="*/ 4956776 h 7225786"/>
              <a:gd name="connsiteX3" fmla="*/ 3438659 w 3822362"/>
              <a:gd name="connsiteY3" fmla="*/ 7212724 h 7225786"/>
              <a:gd name="connsiteX4" fmla="*/ 25758 w 3822362"/>
              <a:gd name="connsiteY4" fmla="*/ 7161210 h 7225786"/>
              <a:gd name="connsiteX5" fmla="*/ 0 w 3822362"/>
              <a:gd name="connsiteY5" fmla="*/ 341846 h 7225786"/>
              <a:gd name="connsiteX0" fmla="*/ 0 w 3822362"/>
              <a:gd name="connsiteY0" fmla="*/ 341846 h 7218610"/>
              <a:gd name="connsiteX1" fmla="*/ 618186 w 3822362"/>
              <a:gd name="connsiteY1" fmla="*/ 341846 h 7218610"/>
              <a:gd name="connsiteX2" fmla="*/ 3822209 w 3822362"/>
              <a:gd name="connsiteY2" fmla="*/ 4956776 h 7218610"/>
              <a:gd name="connsiteX3" fmla="*/ 3438659 w 3822362"/>
              <a:gd name="connsiteY3" fmla="*/ 7212724 h 7218610"/>
              <a:gd name="connsiteX4" fmla="*/ 25758 w 3822362"/>
              <a:gd name="connsiteY4" fmla="*/ 7161210 h 7218610"/>
              <a:gd name="connsiteX5" fmla="*/ 0 w 3822362"/>
              <a:gd name="connsiteY5" fmla="*/ 341846 h 7218610"/>
              <a:gd name="connsiteX0" fmla="*/ 0 w 3822209"/>
              <a:gd name="connsiteY0" fmla="*/ 341846 h 7218610"/>
              <a:gd name="connsiteX1" fmla="*/ 618186 w 3822209"/>
              <a:gd name="connsiteY1" fmla="*/ 341846 h 7218610"/>
              <a:gd name="connsiteX2" fmla="*/ 3822209 w 3822209"/>
              <a:gd name="connsiteY2" fmla="*/ 4956776 h 7218610"/>
              <a:gd name="connsiteX3" fmla="*/ 3438659 w 3822209"/>
              <a:gd name="connsiteY3" fmla="*/ 7212724 h 7218610"/>
              <a:gd name="connsiteX4" fmla="*/ 25758 w 3822209"/>
              <a:gd name="connsiteY4" fmla="*/ 7161210 h 7218610"/>
              <a:gd name="connsiteX5" fmla="*/ 0 w 3822209"/>
              <a:gd name="connsiteY5" fmla="*/ 341846 h 7218610"/>
              <a:gd name="connsiteX0" fmla="*/ 0 w 3822209"/>
              <a:gd name="connsiteY0" fmla="*/ 0 h 6876764"/>
              <a:gd name="connsiteX1" fmla="*/ 618186 w 3822209"/>
              <a:gd name="connsiteY1" fmla="*/ 0 h 6876764"/>
              <a:gd name="connsiteX2" fmla="*/ 3822209 w 3822209"/>
              <a:gd name="connsiteY2" fmla="*/ 4614930 h 6876764"/>
              <a:gd name="connsiteX3" fmla="*/ 3438659 w 3822209"/>
              <a:gd name="connsiteY3" fmla="*/ 6870878 h 6876764"/>
              <a:gd name="connsiteX4" fmla="*/ 25758 w 3822209"/>
              <a:gd name="connsiteY4" fmla="*/ 6819364 h 6876764"/>
              <a:gd name="connsiteX5" fmla="*/ 0 w 3822209"/>
              <a:gd name="connsiteY5" fmla="*/ 0 h 6876764"/>
              <a:gd name="connsiteX0" fmla="*/ 0 w 3822209"/>
              <a:gd name="connsiteY0" fmla="*/ 0 h 6876764"/>
              <a:gd name="connsiteX1" fmla="*/ 618186 w 3822209"/>
              <a:gd name="connsiteY1" fmla="*/ 0 h 6876764"/>
              <a:gd name="connsiteX2" fmla="*/ 3822209 w 3822209"/>
              <a:gd name="connsiteY2" fmla="*/ 4614930 h 6876764"/>
              <a:gd name="connsiteX3" fmla="*/ 3438659 w 3822209"/>
              <a:gd name="connsiteY3" fmla="*/ 6870878 h 6876764"/>
              <a:gd name="connsiteX4" fmla="*/ 25758 w 3822209"/>
              <a:gd name="connsiteY4" fmla="*/ 6819364 h 6876764"/>
              <a:gd name="connsiteX5" fmla="*/ 0 w 3822209"/>
              <a:gd name="connsiteY5" fmla="*/ 0 h 6876764"/>
              <a:gd name="connsiteX0" fmla="*/ 0 w 3822209"/>
              <a:gd name="connsiteY0" fmla="*/ 0 h 6876764"/>
              <a:gd name="connsiteX1" fmla="*/ 618186 w 3822209"/>
              <a:gd name="connsiteY1" fmla="*/ 0 h 6876764"/>
              <a:gd name="connsiteX2" fmla="*/ 3822209 w 3822209"/>
              <a:gd name="connsiteY2" fmla="*/ 4614930 h 6876764"/>
              <a:gd name="connsiteX3" fmla="*/ 3438659 w 3822209"/>
              <a:gd name="connsiteY3" fmla="*/ 6870878 h 6876764"/>
              <a:gd name="connsiteX4" fmla="*/ 25758 w 3822209"/>
              <a:gd name="connsiteY4" fmla="*/ 6819364 h 6876764"/>
              <a:gd name="connsiteX5" fmla="*/ 0 w 3822209"/>
              <a:gd name="connsiteY5" fmla="*/ 0 h 6876764"/>
              <a:gd name="connsiteX0" fmla="*/ 0 w 3812684"/>
              <a:gd name="connsiteY0" fmla="*/ 0 h 6876764"/>
              <a:gd name="connsiteX1" fmla="*/ 618186 w 3812684"/>
              <a:gd name="connsiteY1" fmla="*/ 0 h 6876764"/>
              <a:gd name="connsiteX2" fmla="*/ 3812684 w 3812684"/>
              <a:gd name="connsiteY2" fmla="*/ 4633980 h 6876764"/>
              <a:gd name="connsiteX3" fmla="*/ 3438659 w 3812684"/>
              <a:gd name="connsiteY3" fmla="*/ 6870878 h 6876764"/>
              <a:gd name="connsiteX4" fmla="*/ 25758 w 3812684"/>
              <a:gd name="connsiteY4" fmla="*/ 6819364 h 6876764"/>
              <a:gd name="connsiteX5" fmla="*/ 0 w 3812684"/>
              <a:gd name="connsiteY5" fmla="*/ 0 h 6876764"/>
              <a:gd name="connsiteX0" fmla="*/ 0 w 3812684"/>
              <a:gd name="connsiteY0" fmla="*/ 0 h 6876764"/>
              <a:gd name="connsiteX1" fmla="*/ 618186 w 3812684"/>
              <a:gd name="connsiteY1" fmla="*/ 0 h 6876764"/>
              <a:gd name="connsiteX2" fmla="*/ 3812684 w 3812684"/>
              <a:gd name="connsiteY2" fmla="*/ 4633980 h 6876764"/>
              <a:gd name="connsiteX3" fmla="*/ 3438659 w 3812684"/>
              <a:gd name="connsiteY3" fmla="*/ 6870878 h 6876764"/>
              <a:gd name="connsiteX4" fmla="*/ 25758 w 3812684"/>
              <a:gd name="connsiteY4" fmla="*/ 6819364 h 6876764"/>
              <a:gd name="connsiteX5" fmla="*/ 0 w 3812684"/>
              <a:gd name="connsiteY5" fmla="*/ 0 h 6876764"/>
              <a:gd name="connsiteX0" fmla="*/ 0 w 3812684"/>
              <a:gd name="connsiteY0" fmla="*/ 0 h 6882109"/>
              <a:gd name="connsiteX1" fmla="*/ 618186 w 3812684"/>
              <a:gd name="connsiteY1" fmla="*/ 0 h 6882109"/>
              <a:gd name="connsiteX2" fmla="*/ 3812684 w 3812684"/>
              <a:gd name="connsiteY2" fmla="*/ 4633980 h 6882109"/>
              <a:gd name="connsiteX3" fmla="*/ 3438659 w 3812684"/>
              <a:gd name="connsiteY3" fmla="*/ 6870878 h 6882109"/>
              <a:gd name="connsiteX4" fmla="*/ 1740258 w 3812684"/>
              <a:gd name="connsiteY4" fmla="*/ 6857464 h 6882109"/>
              <a:gd name="connsiteX5" fmla="*/ 0 w 3812684"/>
              <a:gd name="connsiteY5" fmla="*/ 0 h 6882109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0 w 3812684"/>
              <a:gd name="connsiteY5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0 w 3812684"/>
              <a:gd name="connsiteY5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986307 w 3812684"/>
              <a:gd name="connsiteY5" fmla="*/ 3895724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472207 w 3812684"/>
              <a:gd name="connsiteY5" fmla="*/ 3829049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472207 w 3812684"/>
              <a:gd name="connsiteY5" fmla="*/ 3829049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472207 w 3812684"/>
              <a:gd name="connsiteY5" fmla="*/ 3829049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472207 w 3812684"/>
              <a:gd name="connsiteY5" fmla="*/ 3829049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472207 w 3812684"/>
              <a:gd name="connsiteY5" fmla="*/ 3829049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510307 w 3812684"/>
              <a:gd name="connsiteY5" fmla="*/ 4486274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510307 w 3812684"/>
              <a:gd name="connsiteY5" fmla="*/ 4486274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510307 w 3812684"/>
              <a:gd name="connsiteY5" fmla="*/ 4486274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510307 w 3812684"/>
              <a:gd name="connsiteY5" fmla="*/ 4486274 h 6877800"/>
              <a:gd name="connsiteX6" fmla="*/ 0 w 3812684"/>
              <a:gd name="connsiteY6" fmla="*/ 0 h 6877800"/>
              <a:gd name="connsiteX0" fmla="*/ 0 w 3812684"/>
              <a:gd name="connsiteY0" fmla="*/ 0 h 6945531"/>
              <a:gd name="connsiteX1" fmla="*/ 618186 w 3812684"/>
              <a:gd name="connsiteY1" fmla="*/ 0 h 6945531"/>
              <a:gd name="connsiteX2" fmla="*/ 3812684 w 3812684"/>
              <a:gd name="connsiteY2" fmla="*/ 4633980 h 6945531"/>
              <a:gd name="connsiteX3" fmla="*/ 3438659 w 3812684"/>
              <a:gd name="connsiteY3" fmla="*/ 6870878 h 6945531"/>
              <a:gd name="connsiteX4" fmla="*/ 1740258 w 3812684"/>
              <a:gd name="connsiteY4" fmla="*/ 6857464 h 6945531"/>
              <a:gd name="connsiteX5" fmla="*/ 2510307 w 3812684"/>
              <a:gd name="connsiteY5" fmla="*/ 4486274 h 6945531"/>
              <a:gd name="connsiteX6" fmla="*/ 0 w 3812684"/>
              <a:gd name="connsiteY6" fmla="*/ 0 h 6945531"/>
              <a:gd name="connsiteX0" fmla="*/ 0 w 3812684"/>
              <a:gd name="connsiteY0" fmla="*/ 0 h 6894455"/>
              <a:gd name="connsiteX1" fmla="*/ 618186 w 3812684"/>
              <a:gd name="connsiteY1" fmla="*/ 0 h 6894455"/>
              <a:gd name="connsiteX2" fmla="*/ 3812684 w 3812684"/>
              <a:gd name="connsiteY2" fmla="*/ 4633980 h 6894455"/>
              <a:gd name="connsiteX3" fmla="*/ 3438659 w 3812684"/>
              <a:gd name="connsiteY3" fmla="*/ 6870878 h 6894455"/>
              <a:gd name="connsiteX4" fmla="*/ 1740258 w 3812684"/>
              <a:gd name="connsiteY4" fmla="*/ 6857464 h 6894455"/>
              <a:gd name="connsiteX5" fmla="*/ 2500782 w 3812684"/>
              <a:gd name="connsiteY5" fmla="*/ 4267199 h 6894455"/>
              <a:gd name="connsiteX6" fmla="*/ 0 w 3812684"/>
              <a:gd name="connsiteY6" fmla="*/ 0 h 6894455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500782 w 3812684"/>
              <a:gd name="connsiteY5" fmla="*/ 4267199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500782 w 3812684"/>
              <a:gd name="connsiteY5" fmla="*/ 4267199 h 6877800"/>
              <a:gd name="connsiteX6" fmla="*/ 0 w 3812684"/>
              <a:gd name="connsiteY6" fmla="*/ 0 h 6877800"/>
              <a:gd name="connsiteX0" fmla="*/ 0 w 3822209"/>
              <a:gd name="connsiteY0" fmla="*/ 0 h 6887325"/>
              <a:gd name="connsiteX1" fmla="*/ 627711 w 3822209"/>
              <a:gd name="connsiteY1" fmla="*/ 9525 h 6887325"/>
              <a:gd name="connsiteX2" fmla="*/ 3822209 w 3822209"/>
              <a:gd name="connsiteY2" fmla="*/ 4643505 h 6887325"/>
              <a:gd name="connsiteX3" fmla="*/ 3448184 w 3822209"/>
              <a:gd name="connsiteY3" fmla="*/ 6880403 h 6887325"/>
              <a:gd name="connsiteX4" fmla="*/ 1749783 w 3822209"/>
              <a:gd name="connsiteY4" fmla="*/ 6866989 h 6887325"/>
              <a:gd name="connsiteX5" fmla="*/ 2510307 w 3822209"/>
              <a:gd name="connsiteY5" fmla="*/ 4276724 h 6887325"/>
              <a:gd name="connsiteX6" fmla="*/ 0 w 3822209"/>
              <a:gd name="connsiteY6" fmla="*/ 0 h 6887325"/>
              <a:gd name="connsiteX0" fmla="*/ 0 w 3879359"/>
              <a:gd name="connsiteY0" fmla="*/ 0 h 6887325"/>
              <a:gd name="connsiteX1" fmla="*/ 684861 w 3879359"/>
              <a:gd name="connsiteY1" fmla="*/ 9525 h 6887325"/>
              <a:gd name="connsiteX2" fmla="*/ 3879359 w 3879359"/>
              <a:gd name="connsiteY2" fmla="*/ 4643505 h 6887325"/>
              <a:gd name="connsiteX3" fmla="*/ 3505334 w 3879359"/>
              <a:gd name="connsiteY3" fmla="*/ 6880403 h 6887325"/>
              <a:gd name="connsiteX4" fmla="*/ 1806933 w 3879359"/>
              <a:gd name="connsiteY4" fmla="*/ 6866989 h 6887325"/>
              <a:gd name="connsiteX5" fmla="*/ 2567457 w 3879359"/>
              <a:gd name="connsiteY5" fmla="*/ 4276724 h 6887325"/>
              <a:gd name="connsiteX6" fmla="*/ 0 w 3879359"/>
              <a:gd name="connsiteY6" fmla="*/ 0 h 6887325"/>
              <a:gd name="connsiteX0" fmla="*/ 0 w 3879359"/>
              <a:gd name="connsiteY0" fmla="*/ 0 h 6887325"/>
              <a:gd name="connsiteX1" fmla="*/ 684861 w 3879359"/>
              <a:gd name="connsiteY1" fmla="*/ 9525 h 6887325"/>
              <a:gd name="connsiteX2" fmla="*/ 3879359 w 3879359"/>
              <a:gd name="connsiteY2" fmla="*/ 4643505 h 6887325"/>
              <a:gd name="connsiteX3" fmla="*/ 3505334 w 3879359"/>
              <a:gd name="connsiteY3" fmla="*/ 6880403 h 6887325"/>
              <a:gd name="connsiteX4" fmla="*/ 1806933 w 3879359"/>
              <a:gd name="connsiteY4" fmla="*/ 6866989 h 6887325"/>
              <a:gd name="connsiteX5" fmla="*/ 2567457 w 3879359"/>
              <a:gd name="connsiteY5" fmla="*/ 4276724 h 6887325"/>
              <a:gd name="connsiteX6" fmla="*/ 0 w 3879359"/>
              <a:gd name="connsiteY6" fmla="*/ 0 h 6887325"/>
              <a:gd name="connsiteX0" fmla="*/ 0 w 3879359"/>
              <a:gd name="connsiteY0" fmla="*/ 0 h 6887325"/>
              <a:gd name="connsiteX1" fmla="*/ 684861 w 3879359"/>
              <a:gd name="connsiteY1" fmla="*/ 9525 h 6887325"/>
              <a:gd name="connsiteX2" fmla="*/ 3879359 w 3879359"/>
              <a:gd name="connsiteY2" fmla="*/ 4643505 h 6887325"/>
              <a:gd name="connsiteX3" fmla="*/ 3505334 w 3879359"/>
              <a:gd name="connsiteY3" fmla="*/ 6880403 h 6887325"/>
              <a:gd name="connsiteX4" fmla="*/ 1806933 w 3879359"/>
              <a:gd name="connsiteY4" fmla="*/ 6866989 h 6887325"/>
              <a:gd name="connsiteX5" fmla="*/ 2567457 w 3879359"/>
              <a:gd name="connsiteY5" fmla="*/ 4276724 h 6887325"/>
              <a:gd name="connsiteX6" fmla="*/ 0 w 3879359"/>
              <a:gd name="connsiteY6" fmla="*/ 0 h 6887325"/>
              <a:gd name="connsiteX0" fmla="*/ 0 w 3879359"/>
              <a:gd name="connsiteY0" fmla="*/ 0 h 6887325"/>
              <a:gd name="connsiteX1" fmla="*/ 684861 w 3879359"/>
              <a:gd name="connsiteY1" fmla="*/ 9525 h 6887325"/>
              <a:gd name="connsiteX2" fmla="*/ 3879359 w 3879359"/>
              <a:gd name="connsiteY2" fmla="*/ 4643505 h 6887325"/>
              <a:gd name="connsiteX3" fmla="*/ 3505334 w 3879359"/>
              <a:gd name="connsiteY3" fmla="*/ 6880403 h 6887325"/>
              <a:gd name="connsiteX4" fmla="*/ 1806933 w 3879359"/>
              <a:gd name="connsiteY4" fmla="*/ 6866989 h 6887325"/>
              <a:gd name="connsiteX5" fmla="*/ 2567457 w 3879359"/>
              <a:gd name="connsiteY5" fmla="*/ 4276724 h 6887325"/>
              <a:gd name="connsiteX6" fmla="*/ 0 w 3879359"/>
              <a:gd name="connsiteY6" fmla="*/ 0 h 6887325"/>
              <a:gd name="connsiteX0" fmla="*/ 0 w 3879359"/>
              <a:gd name="connsiteY0" fmla="*/ 0 h 6887325"/>
              <a:gd name="connsiteX1" fmla="*/ 684861 w 3879359"/>
              <a:gd name="connsiteY1" fmla="*/ 9525 h 6887325"/>
              <a:gd name="connsiteX2" fmla="*/ 3879359 w 3879359"/>
              <a:gd name="connsiteY2" fmla="*/ 4643505 h 6887325"/>
              <a:gd name="connsiteX3" fmla="*/ 3505334 w 3879359"/>
              <a:gd name="connsiteY3" fmla="*/ 6880403 h 6887325"/>
              <a:gd name="connsiteX4" fmla="*/ 1806933 w 3879359"/>
              <a:gd name="connsiteY4" fmla="*/ 6866989 h 6887325"/>
              <a:gd name="connsiteX5" fmla="*/ 2567457 w 3879359"/>
              <a:gd name="connsiteY5" fmla="*/ 4276724 h 6887325"/>
              <a:gd name="connsiteX6" fmla="*/ 0 w 3879359"/>
              <a:gd name="connsiteY6" fmla="*/ 0 h 6887325"/>
              <a:gd name="connsiteX0" fmla="*/ 0 w 3879359"/>
              <a:gd name="connsiteY0" fmla="*/ 0 h 6887325"/>
              <a:gd name="connsiteX1" fmla="*/ 694386 w 3879359"/>
              <a:gd name="connsiteY1" fmla="*/ 0 h 6887325"/>
              <a:gd name="connsiteX2" fmla="*/ 3879359 w 3879359"/>
              <a:gd name="connsiteY2" fmla="*/ 4643505 h 6887325"/>
              <a:gd name="connsiteX3" fmla="*/ 3505334 w 3879359"/>
              <a:gd name="connsiteY3" fmla="*/ 6880403 h 6887325"/>
              <a:gd name="connsiteX4" fmla="*/ 1806933 w 3879359"/>
              <a:gd name="connsiteY4" fmla="*/ 6866989 h 6887325"/>
              <a:gd name="connsiteX5" fmla="*/ 2567457 w 3879359"/>
              <a:gd name="connsiteY5" fmla="*/ 4276724 h 6887325"/>
              <a:gd name="connsiteX6" fmla="*/ 0 w 3879359"/>
              <a:gd name="connsiteY6" fmla="*/ 0 h 6887325"/>
              <a:gd name="connsiteX0" fmla="*/ 0 w 3879359"/>
              <a:gd name="connsiteY0" fmla="*/ 0 h 6887325"/>
              <a:gd name="connsiteX1" fmla="*/ 694386 w 3879359"/>
              <a:gd name="connsiteY1" fmla="*/ 0 h 6887325"/>
              <a:gd name="connsiteX2" fmla="*/ 3879359 w 3879359"/>
              <a:gd name="connsiteY2" fmla="*/ 4643505 h 6887325"/>
              <a:gd name="connsiteX3" fmla="*/ 3505334 w 3879359"/>
              <a:gd name="connsiteY3" fmla="*/ 6880403 h 6887325"/>
              <a:gd name="connsiteX4" fmla="*/ 1806933 w 3879359"/>
              <a:gd name="connsiteY4" fmla="*/ 6866989 h 6887325"/>
              <a:gd name="connsiteX5" fmla="*/ 2567457 w 3879359"/>
              <a:gd name="connsiteY5" fmla="*/ 4276724 h 6887325"/>
              <a:gd name="connsiteX6" fmla="*/ 0 w 3879359"/>
              <a:gd name="connsiteY6" fmla="*/ 0 h 6887325"/>
              <a:gd name="connsiteX0" fmla="*/ 0 w 3879359"/>
              <a:gd name="connsiteY0" fmla="*/ 0 h 6883821"/>
              <a:gd name="connsiteX1" fmla="*/ 694386 w 3879359"/>
              <a:gd name="connsiteY1" fmla="*/ 0 h 6883821"/>
              <a:gd name="connsiteX2" fmla="*/ 3879359 w 3879359"/>
              <a:gd name="connsiteY2" fmla="*/ 4643505 h 6883821"/>
              <a:gd name="connsiteX3" fmla="*/ 3505334 w 3879359"/>
              <a:gd name="connsiteY3" fmla="*/ 6880403 h 6883821"/>
              <a:gd name="connsiteX4" fmla="*/ 1806933 w 3879359"/>
              <a:gd name="connsiteY4" fmla="*/ 6866989 h 6883821"/>
              <a:gd name="connsiteX5" fmla="*/ 2567457 w 3879359"/>
              <a:gd name="connsiteY5" fmla="*/ 4276724 h 6883821"/>
              <a:gd name="connsiteX6" fmla="*/ 0 w 3879359"/>
              <a:gd name="connsiteY6" fmla="*/ 0 h 6883821"/>
              <a:gd name="connsiteX0" fmla="*/ 0 w 3879359"/>
              <a:gd name="connsiteY0" fmla="*/ 0 h 6867027"/>
              <a:gd name="connsiteX1" fmla="*/ 694386 w 3879359"/>
              <a:gd name="connsiteY1" fmla="*/ 0 h 6867027"/>
              <a:gd name="connsiteX2" fmla="*/ 3879359 w 3879359"/>
              <a:gd name="connsiteY2" fmla="*/ 4643505 h 6867027"/>
              <a:gd name="connsiteX3" fmla="*/ 3505334 w 3879359"/>
              <a:gd name="connsiteY3" fmla="*/ 6861353 h 6867027"/>
              <a:gd name="connsiteX4" fmla="*/ 1806933 w 3879359"/>
              <a:gd name="connsiteY4" fmla="*/ 6866989 h 6867027"/>
              <a:gd name="connsiteX5" fmla="*/ 2567457 w 3879359"/>
              <a:gd name="connsiteY5" fmla="*/ 4276724 h 6867027"/>
              <a:gd name="connsiteX6" fmla="*/ 0 w 3879359"/>
              <a:gd name="connsiteY6" fmla="*/ 0 h 6867027"/>
              <a:gd name="connsiteX0" fmla="*/ 0 w 3879359"/>
              <a:gd name="connsiteY0" fmla="*/ 0 h 6865609"/>
              <a:gd name="connsiteX1" fmla="*/ 694386 w 3879359"/>
              <a:gd name="connsiteY1" fmla="*/ 0 h 6865609"/>
              <a:gd name="connsiteX2" fmla="*/ 3879359 w 3879359"/>
              <a:gd name="connsiteY2" fmla="*/ 4643505 h 6865609"/>
              <a:gd name="connsiteX3" fmla="*/ 3505334 w 3879359"/>
              <a:gd name="connsiteY3" fmla="*/ 6861353 h 6865609"/>
              <a:gd name="connsiteX4" fmla="*/ 1797408 w 3879359"/>
              <a:gd name="connsiteY4" fmla="*/ 6857464 h 6865609"/>
              <a:gd name="connsiteX5" fmla="*/ 2567457 w 3879359"/>
              <a:gd name="connsiteY5" fmla="*/ 4276724 h 6865609"/>
              <a:gd name="connsiteX6" fmla="*/ 0 w 3879359"/>
              <a:gd name="connsiteY6" fmla="*/ 0 h 6865609"/>
              <a:gd name="connsiteX0" fmla="*/ 0 w 3879359"/>
              <a:gd name="connsiteY0" fmla="*/ 0 h 6865609"/>
              <a:gd name="connsiteX1" fmla="*/ 694386 w 3879359"/>
              <a:gd name="connsiteY1" fmla="*/ 0 h 6865609"/>
              <a:gd name="connsiteX2" fmla="*/ 3879359 w 3879359"/>
              <a:gd name="connsiteY2" fmla="*/ 4643505 h 6865609"/>
              <a:gd name="connsiteX3" fmla="*/ 3505334 w 3879359"/>
              <a:gd name="connsiteY3" fmla="*/ 6861353 h 6865609"/>
              <a:gd name="connsiteX4" fmla="*/ 1797408 w 3879359"/>
              <a:gd name="connsiteY4" fmla="*/ 6857464 h 6865609"/>
              <a:gd name="connsiteX5" fmla="*/ 2567457 w 3879359"/>
              <a:gd name="connsiteY5" fmla="*/ 4276724 h 6865609"/>
              <a:gd name="connsiteX6" fmla="*/ 0 w 3879359"/>
              <a:gd name="connsiteY6" fmla="*/ 0 h 6865609"/>
              <a:gd name="connsiteX0" fmla="*/ 0 w 3879372"/>
              <a:gd name="connsiteY0" fmla="*/ 0 h 6865609"/>
              <a:gd name="connsiteX1" fmla="*/ 694386 w 3879372"/>
              <a:gd name="connsiteY1" fmla="*/ 0 h 6865609"/>
              <a:gd name="connsiteX2" fmla="*/ 3879359 w 3879372"/>
              <a:gd name="connsiteY2" fmla="*/ 4643505 h 6865609"/>
              <a:gd name="connsiteX3" fmla="*/ 3505334 w 3879372"/>
              <a:gd name="connsiteY3" fmla="*/ 6861353 h 6865609"/>
              <a:gd name="connsiteX4" fmla="*/ 1797408 w 3879372"/>
              <a:gd name="connsiteY4" fmla="*/ 6857464 h 6865609"/>
              <a:gd name="connsiteX5" fmla="*/ 2567457 w 3879372"/>
              <a:gd name="connsiteY5" fmla="*/ 4276724 h 6865609"/>
              <a:gd name="connsiteX6" fmla="*/ 0 w 3879372"/>
              <a:gd name="connsiteY6" fmla="*/ 0 h 6865609"/>
              <a:gd name="connsiteX0" fmla="*/ 0 w 3879372"/>
              <a:gd name="connsiteY0" fmla="*/ 0 h 6870717"/>
              <a:gd name="connsiteX1" fmla="*/ 694386 w 3879372"/>
              <a:gd name="connsiteY1" fmla="*/ 0 h 6870717"/>
              <a:gd name="connsiteX2" fmla="*/ 3879359 w 3879372"/>
              <a:gd name="connsiteY2" fmla="*/ 4643505 h 6870717"/>
              <a:gd name="connsiteX3" fmla="*/ 3505334 w 3879372"/>
              <a:gd name="connsiteY3" fmla="*/ 6861353 h 6870717"/>
              <a:gd name="connsiteX4" fmla="*/ 1784156 w 3879372"/>
              <a:gd name="connsiteY4" fmla="*/ 6870717 h 6870717"/>
              <a:gd name="connsiteX5" fmla="*/ 2567457 w 3879372"/>
              <a:gd name="connsiteY5" fmla="*/ 4276724 h 6870717"/>
              <a:gd name="connsiteX6" fmla="*/ 0 w 3879372"/>
              <a:gd name="connsiteY6" fmla="*/ 0 h 6870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79372" h="6870717">
                <a:moveTo>
                  <a:pt x="0" y="0"/>
                </a:moveTo>
                <a:lnTo>
                  <a:pt x="694386" y="0"/>
                </a:lnTo>
                <a:cubicBezTo>
                  <a:pt x="1264746" y="226230"/>
                  <a:pt x="3864334" y="1859522"/>
                  <a:pt x="3879359" y="4643505"/>
                </a:cubicBezTo>
                <a:cubicBezTo>
                  <a:pt x="3882042" y="6084597"/>
                  <a:pt x="3492657" y="6877630"/>
                  <a:pt x="3505334" y="6861353"/>
                </a:cubicBezTo>
                <a:cubicBezTo>
                  <a:pt x="3101192" y="6876334"/>
                  <a:pt x="1807365" y="6859313"/>
                  <a:pt x="1784156" y="6870717"/>
                </a:cubicBezTo>
                <a:cubicBezTo>
                  <a:pt x="1785006" y="6841583"/>
                  <a:pt x="2543175" y="5791110"/>
                  <a:pt x="2567457" y="4276724"/>
                </a:cubicBezTo>
                <a:cubicBezTo>
                  <a:pt x="2629839" y="1076413"/>
                  <a:pt x="23253" y="30162"/>
                  <a:pt x="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Rektangel 8">
            <a:extLst>
              <a:ext uri="{FF2B5EF4-FFF2-40B4-BE49-F238E27FC236}">
                <a16:creationId xmlns:a16="http://schemas.microsoft.com/office/drawing/2014/main" id="{1A582CF7-6DFE-4BF9-B584-02019C3E738F}"/>
              </a:ext>
            </a:extLst>
          </p:cNvPr>
          <p:cNvSpPr/>
          <p:nvPr userDrawn="1"/>
        </p:nvSpPr>
        <p:spPr>
          <a:xfrm>
            <a:off x="9161313" y="1"/>
            <a:ext cx="3042544" cy="3152774"/>
          </a:xfrm>
          <a:custGeom>
            <a:avLst/>
            <a:gdLst>
              <a:gd name="connsiteX0" fmla="*/ 0 w 618186"/>
              <a:gd name="connsiteY0" fmla="*/ 0 h 6858000"/>
              <a:gd name="connsiteX1" fmla="*/ 618186 w 618186"/>
              <a:gd name="connsiteY1" fmla="*/ 0 h 6858000"/>
              <a:gd name="connsiteX2" fmla="*/ 618186 w 618186"/>
              <a:gd name="connsiteY2" fmla="*/ 6858000 h 6858000"/>
              <a:gd name="connsiteX3" fmla="*/ 0 w 618186"/>
              <a:gd name="connsiteY3" fmla="*/ 6858000 h 6858000"/>
              <a:gd name="connsiteX4" fmla="*/ 0 w 618186"/>
              <a:gd name="connsiteY4" fmla="*/ 0 h 6858000"/>
              <a:gd name="connsiteX0" fmla="*/ 0 w 2060620"/>
              <a:gd name="connsiteY0" fmla="*/ 0 h 6858000"/>
              <a:gd name="connsiteX1" fmla="*/ 618186 w 2060620"/>
              <a:gd name="connsiteY1" fmla="*/ 0 h 6858000"/>
              <a:gd name="connsiteX2" fmla="*/ 2060620 w 2060620"/>
              <a:gd name="connsiteY2" fmla="*/ 3580327 h 6858000"/>
              <a:gd name="connsiteX3" fmla="*/ 618186 w 2060620"/>
              <a:gd name="connsiteY3" fmla="*/ 6858000 h 6858000"/>
              <a:gd name="connsiteX4" fmla="*/ 0 w 2060620"/>
              <a:gd name="connsiteY4" fmla="*/ 6858000 h 6858000"/>
              <a:gd name="connsiteX5" fmla="*/ 0 w 2060620"/>
              <a:gd name="connsiteY5" fmla="*/ 0 h 6858000"/>
              <a:gd name="connsiteX0" fmla="*/ 0 w 3438659"/>
              <a:gd name="connsiteY0" fmla="*/ 0 h 6870878"/>
              <a:gd name="connsiteX1" fmla="*/ 618186 w 3438659"/>
              <a:gd name="connsiteY1" fmla="*/ 0 h 6870878"/>
              <a:gd name="connsiteX2" fmla="*/ 2060620 w 3438659"/>
              <a:gd name="connsiteY2" fmla="*/ 3580327 h 6870878"/>
              <a:gd name="connsiteX3" fmla="*/ 3438659 w 3438659"/>
              <a:gd name="connsiteY3" fmla="*/ 6870878 h 6870878"/>
              <a:gd name="connsiteX4" fmla="*/ 0 w 3438659"/>
              <a:gd name="connsiteY4" fmla="*/ 6858000 h 6870878"/>
              <a:gd name="connsiteX5" fmla="*/ 0 w 3438659"/>
              <a:gd name="connsiteY5" fmla="*/ 0 h 6870878"/>
              <a:gd name="connsiteX0" fmla="*/ 0 w 3850784"/>
              <a:gd name="connsiteY0" fmla="*/ 0 h 6870878"/>
              <a:gd name="connsiteX1" fmla="*/ 618186 w 3850784"/>
              <a:gd name="connsiteY1" fmla="*/ 0 h 6870878"/>
              <a:gd name="connsiteX2" fmla="*/ 3850784 w 3850784"/>
              <a:gd name="connsiteY2" fmla="*/ 4919730 h 6870878"/>
              <a:gd name="connsiteX3" fmla="*/ 3438659 w 3850784"/>
              <a:gd name="connsiteY3" fmla="*/ 6870878 h 6870878"/>
              <a:gd name="connsiteX4" fmla="*/ 0 w 3850784"/>
              <a:gd name="connsiteY4" fmla="*/ 6858000 h 6870878"/>
              <a:gd name="connsiteX5" fmla="*/ 0 w 3850784"/>
              <a:gd name="connsiteY5" fmla="*/ 0 h 6870878"/>
              <a:gd name="connsiteX0" fmla="*/ 0 w 3850784"/>
              <a:gd name="connsiteY0" fmla="*/ 0 h 6870878"/>
              <a:gd name="connsiteX1" fmla="*/ 618186 w 3850784"/>
              <a:gd name="connsiteY1" fmla="*/ 0 h 6870878"/>
              <a:gd name="connsiteX2" fmla="*/ 3850784 w 3850784"/>
              <a:gd name="connsiteY2" fmla="*/ 4919730 h 6870878"/>
              <a:gd name="connsiteX3" fmla="*/ 3438659 w 3850784"/>
              <a:gd name="connsiteY3" fmla="*/ 6870878 h 6870878"/>
              <a:gd name="connsiteX4" fmla="*/ 25758 w 3850784"/>
              <a:gd name="connsiteY4" fmla="*/ 6819364 h 6870878"/>
              <a:gd name="connsiteX5" fmla="*/ 0 w 3850784"/>
              <a:gd name="connsiteY5" fmla="*/ 0 h 6870878"/>
              <a:gd name="connsiteX0" fmla="*/ 0 w 3850906"/>
              <a:gd name="connsiteY0" fmla="*/ 0 h 6870878"/>
              <a:gd name="connsiteX1" fmla="*/ 618186 w 3850906"/>
              <a:gd name="connsiteY1" fmla="*/ 0 h 6870878"/>
              <a:gd name="connsiteX2" fmla="*/ 3850784 w 3850906"/>
              <a:gd name="connsiteY2" fmla="*/ 4919730 h 6870878"/>
              <a:gd name="connsiteX3" fmla="*/ 3438659 w 3850906"/>
              <a:gd name="connsiteY3" fmla="*/ 6870878 h 6870878"/>
              <a:gd name="connsiteX4" fmla="*/ 25758 w 3850906"/>
              <a:gd name="connsiteY4" fmla="*/ 6819364 h 6870878"/>
              <a:gd name="connsiteX5" fmla="*/ 0 w 3850906"/>
              <a:gd name="connsiteY5" fmla="*/ 0 h 6870878"/>
              <a:gd name="connsiteX0" fmla="*/ 0 w 3850906"/>
              <a:gd name="connsiteY0" fmla="*/ 46 h 6870924"/>
              <a:gd name="connsiteX1" fmla="*/ 618186 w 3850906"/>
              <a:gd name="connsiteY1" fmla="*/ 46 h 6870924"/>
              <a:gd name="connsiteX2" fmla="*/ 3850784 w 3850906"/>
              <a:gd name="connsiteY2" fmla="*/ 4919776 h 6870924"/>
              <a:gd name="connsiteX3" fmla="*/ 3438659 w 3850906"/>
              <a:gd name="connsiteY3" fmla="*/ 6870924 h 6870924"/>
              <a:gd name="connsiteX4" fmla="*/ 25758 w 3850906"/>
              <a:gd name="connsiteY4" fmla="*/ 6819410 h 6870924"/>
              <a:gd name="connsiteX5" fmla="*/ 0 w 3850906"/>
              <a:gd name="connsiteY5" fmla="*/ 46 h 6870924"/>
              <a:gd name="connsiteX0" fmla="*/ 0 w 3856669"/>
              <a:gd name="connsiteY0" fmla="*/ 60 h 6870938"/>
              <a:gd name="connsiteX1" fmla="*/ 618186 w 3856669"/>
              <a:gd name="connsiteY1" fmla="*/ 60 h 6870938"/>
              <a:gd name="connsiteX2" fmla="*/ 3850784 w 3856669"/>
              <a:gd name="connsiteY2" fmla="*/ 4919790 h 6870938"/>
              <a:gd name="connsiteX3" fmla="*/ 3438659 w 3856669"/>
              <a:gd name="connsiteY3" fmla="*/ 6870938 h 6870938"/>
              <a:gd name="connsiteX4" fmla="*/ 25758 w 3856669"/>
              <a:gd name="connsiteY4" fmla="*/ 6819424 h 6870938"/>
              <a:gd name="connsiteX5" fmla="*/ 0 w 3856669"/>
              <a:gd name="connsiteY5" fmla="*/ 60 h 6870938"/>
              <a:gd name="connsiteX0" fmla="*/ 0 w 3856669"/>
              <a:gd name="connsiteY0" fmla="*/ 60 h 6873649"/>
              <a:gd name="connsiteX1" fmla="*/ 618186 w 3856669"/>
              <a:gd name="connsiteY1" fmla="*/ 60 h 6873649"/>
              <a:gd name="connsiteX2" fmla="*/ 3850784 w 3856669"/>
              <a:gd name="connsiteY2" fmla="*/ 4919790 h 6873649"/>
              <a:gd name="connsiteX3" fmla="*/ 3438659 w 3856669"/>
              <a:gd name="connsiteY3" fmla="*/ 6870938 h 6873649"/>
              <a:gd name="connsiteX4" fmla="*/ 25758 w 3856669"/>
              <a:gd name="connsiteY4" fmla="*/ 6819424 h 6873649"/>
              <a:gd name="connsiteX5" fmla="*/ 0 w 3856669"/>
              <a:gd name="connsiteY5" fmla="*/ 60 h 6873649"/>
              <a:gd name="connsiteX0" fmla="*/ 0 w 3850906"/>
              <a:gd name="connsiteY0" fmla="*/ 54 h 6871053"/>
              <a:gd name="connsiteX1" fmla="*/ 618186 w 3850906"/>
              <a:gd name="connsiteY1" fmla="*/ 54 h 6871053"/>
              <a:gd name="connsiteX2" fmla="*/ 3850784 w 3850906"/>
              <a:gd name="connsiteY2" fmla="*/ 4919784 h 6871053"/>
              <a:gd name="connsiteX3" fmla="*/ 3438659 w 3850906"/>
              <a:gd name="connsiteY3" fmla="*/ 6870932 h 6871053"/>
              <a:gd name="connsiteX4" fmla="*/ 25758 w 3850906"/>
              <a:gd name="connsiteY4" fmla="*/ 6819418 h 6871053"/>
              <a:gd name="connsiteX5" fmla="*/ 0 w 3850906"/>
              <a:gd name="connsiteY5" fmla="*/ 54 h 6871053"/>
              <a:gd name="connsiteX0" fmla="*/ 0 w 3861096"/>
              <a:gd name="connsiteY0" fmla="*/ 341846 h 7367038"/>
              <a:gd name="connsiteX1" fmla="*/ 618186 w 3861096"/>
              <a:gd name="connsiteY1" fmla="*/ 341846 h 7367038"/>
              <a:gd name="connsiteX2" fmla="*/ 3822209 w 3861096"/>
              <a:gd name="connsiteY2" fmla="*/ 4956776 h 7367038"/>
              <a:gd name="connsiteX3" fmla="*/ 3438659 w 3861096"/>
              <a:gd name="connsiteY3" fmla="*/ 7212724 h 7367038"/>
              <a:gd name="connsiteX4" fmla="*/ 25758 w 3861096"/>
              <a:gd name="connsiteY4" fmla="*/ 7161210 h 7367038"/>
              <a:gd name="connsiteX5" fmla="*/ 0 w 3861096"/>
              <a:gd name="connsiteY5" fmla="*/ 341846 h 7367038"/>
              <a:gd name="connsiteX0" fmla="*/ 0 w 3822362"/>
              <a:gd name="connsiteY0" fmla="*/ 341846 h 7225786"/>
              <a:gd name="connsiteX1" fmla="*/ 618186 w 3822362"/>
              <a:gd name="connsiteY1" fmla="*/ 341846 h 7225786"/>
              <a:gd name="connsiteX2" fmla="*/ 3822209 w 3822362"/>
              <a:gd name="connsiteY2" fmla="*/ 4956776 h 7225786"/>
              <a:gd name="connsiteX3" fmla="*/ 3438659 w 3822362"/>
              <a:gd name="connsiteY3" fmla="*/ 7212724 h 7225786"/>
              <a:gd name="connsiteX4" fmla="*/ 25758 w 3822362"/>
              <a:gd name="connsiteY4" fmla="*/ 7161210 h 7225786"/>
              <a:gd name="connsiteX5" fmla="*/ 0 w 3822362"/>
              <a:gd name="connsiteY5" fmla="*/ 341846 h 7225786"/>
              <a:gd name="connsiteX0" fmla="*/ 0 w 3822362"/>
              <a:gd name="connsiteY0" fmla="*/ 341846 h 7225786"/>
              <a:gd name="connsiteX1" fmla="*/ 618186 w 3822362"/>
              <a:gd name="connsiteY1" fmla="*/ 341846 h 7225786"/>
              <a:gd name="connsiteX2" fmla="*/ 3822209 w 3822362"/>
              <a:gd name="connsiteY2" fmla="*/ 4956776 h 7225786"/>
              <a:gd name="connsiteX3" fmla="*/ 3438659 w 3822362"/>
              <a:gd name="connsiteY3" fmla="*/ 7212724 h 7225786"/>
              <a:gd name="connsiteX4" fmla="*/ 25758 w 3822362"/>
              <a:gd name="connsiteY4" fmla="*/ 7161210 h 7225786"/>
              <a:gd name="connsiteX5" fmla="*/ 0 w 3822362"/>
              <a:gd name="connsiteY5" fmla="*/ 341846 h 7225786"/>
              <a:gd name="connsiteX0" fmla="*/ 0 w 3822362"/>
              <a:gd name="connsiteY0" fmla="*/ 341846 h 7225786"/>
              <a:gd name="connsiteX1" fmla="*/ 618186 w 3822362"/>
              <a:gd name="connsiteY1" fmla="*/ 341846 h 7225786"/>
              <a:gd name="connsiteX2" fmla="*/ 3822209 w 3822362"/>
              <a:gd name="connsiteY2" fmla="*/ 4956776 h 7225786"/>
              <a:gd name="connsiteX3" fmla="*/ 3438659 w 3822362"/>
              <a:gd name="connsiteY3" fmla="*/ 7212724 h 7225786"/>
              <a:gd name="connsiteX4" fmla="*/ 25758 w 3822362"/>
              <a:gd name="connsiteY4" fmla="*/ 7161210 h 7225786"/>
              <a:gd name="connsiteX5" fmla="*/ 0 w 3822362"/>
              <a:gd name="connsiteY5" fmla="*/ 341846 h 7225786"/>
              <a:gd name="connsiteX0" fmla="*/ 0 w 3822362"/>
              <a:gd name="connsiteY0" fmla="*/ 341846 h 7225786"/>
              <a:gd name="connsiteX1" fmla="*/ 618186 w 3822362"/>
              <a:gd name="connsiteY1" fmla="*/ 341846 h 7225786"/>
              <a:gd name="connsiteX2" fmla="*/ 3822209 w 3822362"/>
              <a:gd name="connsiteY2" fmla="*/ 4956776 h 7225786"/>
              <a:gd name="connsiteX3" fmla="*/ 3438659 w 3822362"/>
              <a:gd name="connsiteY3" fmla="*/ 7212724 h 7225786"/>
              <a:gd name="connsiteX4" fmla="*/ 25758 w 3822362"/>
              <a:gd name="connsiteY4" fmla="*/ 7161210 h 7225786"/>
              <a:gd name="connsiteX5" fmla="*/ 0 w 3822362"/>
              <a:gd name="connsiteY5" fmla="*/ 341846 h 7225786"/>
              <a:gd name="connsiteX0" fmla="*/ 0 w 3822362"/>
              <a:gd name="connsiteY0" fmla="*/ 341846 h 7225786"/>
              <a:gd name="connsiteX1" fmla="*/ 618186 w 3822362"/>
              <a:gd name="connsiteY1" fmla="*/ 341846 h 7225786"/>
              <a:gd name="connsiteX2" fmla="*/ 3822209 w 3822362"/>
              <a:gd name="connsiteY2" fmla="*/ 4956776 h 7225786"/>
              <a:gd name="connsiteX3" fmla="*/ 3438659 w 3822362"/>
              <a:gd name="connsiteY3" fmla="*/ 7212724 h 7225786"/>
              <a:gd name="connsiteX4" fmla="*/ 25758 w 3822362"/>
              <a:gd name="connsiteY4" fmla="*/ 7161210 h 7225786"/>
              <a:gd name="connsiteX5" fmla="*/ 0 w 3822362"/>
              <a:gd name="connsiteY5" fmla="*/ 341846 h 7225786"/>
              <a:gd name="connsiteX0" fmla="*/ 0 w 3822362"/>
              <a:gd name="connsiteY0" fmla="*/ 341846 h 7218610"/>
              <a:gd name="connsiteX1" fmla="*/ 618186 w 3822362"/>
              <a:gd name="connsiteY1" fmla="*/ 341846 h 7218610"/>
              <a:gd name="connsiteX2" fmla="*/ 3822209 w 3822362"/>
              <a:gd name="connsiteY2" fmla="*/ 4956776 h 7218610"/>
              <a:gd name="connsiteX3" fmla="*/ 3438659 w 3822362"/>
              <a:gd name="connsiteY3" fmla="*/ 7212724 h 7218610"/>
              <a:gd name="connsiteX4" fmla="*/ 25758 w 3822362"/>
              <a:gd name="connsiteY4" fmla="*/ 7161210 h 7218610"/>
              <a:gd name="connsiteX5" fmla="*/ 0 w 3822362"/>
              <a:gd name="connsiteY5" fmla="*/ 341846 h 7218610"/>
              <a:gd name="connsiteX0" fmla="*/ 0 w 3822209"/>
              <a:gd name="connsiteY0" fmla="*/ 341846 h 7218610"/>
              <a:gd name="connsiteX1" fmla="*/ 618186 w 3822209"/>
              <a:gd name="connsiteY1" fmla="*/ 341846 h 7218610"/>
              <a:gd name="connsiteX2" fmla="*/ 3822209 w 3822209"/>
              <a:gd name="connsiteY2" fmla="*/ 4956776 h 7218610"/>
              <a:gd name="connsiteX3" fmla="*/ 3438659 w 3822209"/>
              <a:gd name="connsiteY3" fmla="*/ 7212724 h 7218610"/>
              <a:gd name="connsiteX4" fmla="*/ 25758 w 3822209"/>
              <a:gd name="connsiteY4" fmla="*/ 7161210 h 7218610"/>
              <a:gd name="connsiteX5" fmla="*/ 0 w 3822209"/>
              <a:gd name="connsiteY5" fmla="*/ 341846 h 7218610"/>
              <a:gd name="connsiteX0" fmla="*/ 0 w 3822209"/>
              <a:gd name="connsiteY0" fmla="*/ 0 h 6876764"/>
              <a:gd name="connsiteX1" fmla="*/ 618186 w 3822209"/>
              <a:gd name="connsiteY1" fmla="*/ 0 h 6876764"/>
              <a:gd name="connsiteX2" fmla="*/ 3822209 w 3822209"/>
              <a:gd name="connsiteY2" fmla="*/ 4614930 h 6876764"/>
              <a:gd name="connsiteX3" fmla="*/ 3438659 w 3822209"/>
              <a:gd name="connsiteY3" fmla="*/ 6870878 h 6876764"/>
              <a:gd name="connsiteX4" fmla="*/ 25758 w 3822209"/>
              <a:gd name="connsiteY4" fmla="*/ 6819364 h 6876764"/>
              <a:gd name="connsiteX5" fmla="*/ 0 w 3822209"/>
              <a:gd name="connsiteY5" fmla="*/ 0 h 6876764"/>
              <a:gd name="connsiteX0" fmla="*/ 0 w 3822209"/>
              <a:gd name="connsiteY0" fmla="*/ 0 h 6876764"/>
              <a:gd name="connsiteX1" fmla="*/ 618186 w 3822209"/>
              <a:gd name="connsiteY1" fmla="*/ 0 h 6876764"/>
              <a:gd name="connsiteX2" fmla="*/ 3822209 w 3822209"/>
              <a:gd name="connsiteY2" fmla="*/ 4614930 h 6876764"/>
              <a:gd name="connsiteX3" fmla="*/ 3438659 w 3822209"/>
              <a:gd name="connsiteY3" fmla="*/ 6870878 h 6876764"/>
              <a:gd name="connsiteX4" fmla="*/ 25758 w 3822209"/>
              <a:gd name="connsiteY4" fmla="*/ 6819364 h 6876764"/>
              <a:gd name="connsiteX5" fmla="*/ 0 w 3822209"/>
              <a:gd name="connsiteY5" fmla="*/ 0 h 6876764"/>
              <a:gd name="connsiteX0" fmla="*/ 0 w 3822209"/>
              <a:gd name="connsiteY0" fmla="*/ 0 h 6876764"/>
              <a:gd name="connsiteX1" fmla="*/ 618186 w 3822209"/>
              <a:gd name="connsiteY1" fmla="*/ 0 h 6876764"/>
              <a:gd name="connsiteX2" fmla="*/ 3822209 w 3822209"/>
              <a:gd name="connsiteY2" fmla="*/ 4614930 h 6876764"/>
              <a:gd name="connsiteX3" fmla="*/ 3438659 w 3822209"/>
              <a:gd name="connsiteY3" fmla="*/ 6870878 h 6876764"/>
              <a:gd name="connsiteX4" fmla="*/ 25758 w 3822209"/>
              <a:gd name="connsiteY4" fmla="*/ 6819364 h 6876764"/>
              <a:gd name="connsiteX5" fmla="*/ 0 w 3822209"/>
              <a:gd name="connsiteY5" fmla="*/ 0 h 6876764"/>
              <a:gd name="connsiteX0" fmla="*/ 0 w 3812684"/>
              <a:gd name="connsiteY0" fmla="*/ 0 h 6876764"/>
              <a:gd name="connsiteX1" fmla="*/ 618186 w 3812684"/>
              <a:gd name="connsiteY1" fmla="*/ 0 h 6876764"/>
              <a:gd name="connsiteX2" fmla="*/ 3812684 w 3812684"/>
              <a:gd name="connsiteY2" fmla="*/ 4633980 h 6876764"/>
              <a:gd name="connsiteX3" fmla="*/ 3438659 w 3812684"/>
              <a:gd name="connsiteY3" fmla="*/ 6870878 h 6876764"/>
              <a:gd name="connsiteX4" fmla="*/ 25758 w 3812684"/>
              <a:gd name="connsiteY4" fmla="*/ 6819364 h 6876764"/>
              <a:gd name="connsiteX5" fmla="*/ 0 w 3812684"/>
              <a:gd name="connsiteY5" fmla="*/ 0 h 6876764"/>
              <a:gd name="connsiteX0" fmla="*/ 0 w 3812684"/>
              <a:gd name="connsiteY0" fmla="*/ 0 h 6876764"/>
              <a:gd name="connsiteX1" fmla="*/ 618186 w 3812684"/>
              <a:gd name="connsiteY1" fmla="*/ 0 h 6876764"/>
              <a:gd name="connsiteX2" fmla="*/ 3812684 w 3812684"/>
              <a:gd name="connsiteY2" fmla="*/ 4633980 h 6876764"/>
              <a:gd name="connsiteX3" fmla="*/ 3438659 w 3812684"/>
              <a:gd name="connsiteY3" fmla="*/ 6870878 h 6876764"/>
              <a:gd name="connsiteX4" fmla="*/ 25758 w 3812684"/>
              <a:gd name="connsiteY4" fmla="*/ 6819364 h 6876764"/>
              <a:gd name="connsiteX5" fmla="*/ 0 w 3812684"/>
              <a:gd name="connsiteY5" fmla="*/ 0 h 6876764"/>
              <a:gd name="connsiteX0" fmla="*/ 0 w 3812684"/>
              <a:gd name="connsiteY0" fmla="*/ 0 h 6882109"/>
              <a:gd name="connsiteX1" fmla="*/ 618186 w 3812684"/>
              <a:gd name="connsiteY1" fmla="*/ 0 h 6882109"/>
              <a:gd name="connsiteX2" fmla="*/ 3812684 w 3812684"/>
              <a:gd name="connsiteY2" fmla="*/ 4633980 h 6882109"/>
              <a:gd name="connsiteX3" fmla="*/ 3438659 w 3812684"/>
              <a:gd name="connsiteY3" fmla="*/ 6870878 h 6882109"/>
              <a:gd name="connsiteX4" fmla="*/ 1740258 w 3812684"/>
              <a:gd name="connsiteY4" fmla="*/ 6857464 h 6882109"/>
              <a:gd name="connsiteX5" fmla="*/ 0 w 3812684"/>
              <a:gd name="connsiteY5" fmla="*/ 0 h 6882109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0 w 3812684"/>
              <a:gd name="connsiteY5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0 w 3812684"/>
              <a:gd name="connsiteY5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986307 w 3812684"/>
              <a:gd name="connsiteY5" fmla="*/ 3895724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472207 w 3812684"/>
              <a:gd name="connsiteY5" fmla="*/ 3829049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472207 w 3812684"/>
              <a:gd name="connsiteY5" fmla="*/ 3829049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472207 w 3812684"/>
              <a:gd name="connsiteY5" fmla="*/ 3829049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472207 w 3812684"/>
              <a:gd name="connsiteY5" fmla="*/ 3829049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472207 w 3812684"/>
              <a:gd name="connsiteY5" fmla="*/ 3829049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510307 w 3812684"/>
              <a:gd name="connsiteY5" fmla="*/ 4486274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510307 w 3812684"/>
              <a:gd name="connsiteY5" fmla="*/ 4486274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510307 w 3812684"/>
              <a:gd name="connsiteY5" fmla="*/ 4486274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510307 w 3812684"/>
              <a:gd name="connsiteY5" fmla="*/ 4486274 h 6877800"/>
              <a:gd name="connsiteX6" fmla="*/ 0 w 3812684"/>
              <a:gd name="connsiteY6" fmla="*/ 0 h 6877800"/>
              <a:gd name="connsiteX0" fmla="*/ 0 w 3812684"/>
              <a:gd name="connsiteY0" fmla="*/ 0 h 6945531"/>
              <a:gd name="connsiteX1" fmla="*/ 618186 w 3812684"/>
              <a:gd name="connsiteY1" fmla="*/ 0 h 6945531"/>
              <a:gd name="connsiteX2" fmla="*/ 3812684 w 3812684"/>
              <a:gd name="connsiteY2" fmla="*/ 4633980 h 6945531"/>
              <a:gd name="connsiteX3" fmla="*/ 3438659 w 3812684"/>
              <a:gd name="connsiteY3" fmla="*/ 6870878 h 6945531"/>
              <a:gd name="connsiteX4" fmla="*/ 1740258 w 3812684"/>
              <a:gd name="connsiteY4" fmla="*/ 6857464 h 6945531"/>
              <a:gd name="connsiteX5" fmla="*/ 2510307 w 3812684"/>
              <a:gd name="connsiteY5" fmla="*/ 4486274 h 6945531"/>
              <a:gd name="connsiteX6" fmla="*/ 0 w 3812684"/>
              <a:gd name="connsiteY6" fmla="*/ 0 h 6945531"/>
              <a:gd name="connsiteX0" fmla="*/ 0 w 3812684"/>
              <a:gd name="connsiteY0" fmla="*/ 0 h 6894455"/>
              <a:gd name="connsiteX1" fmla="*/ 618186 w 3812684"/>
              <a:gd name="connsiteY1" fmla="*/ 0 h 6894455"/>
              <a:gd name="connsiteX2" fmla="*/ 3812684 w 3812684"/>
              <a:gd name="connsiteY2" fmla="*/ 4633980 h 6894455"/>
              <a:gd name="connsiteX3" fmla="*/ 3438659 w 3812684"/>
              <a:gd name="connsiteY3" fmla="*/ 6870878 h 6894455"/>
              <a:gd name="connsiteX4" fmla="*/ 1740258 w 3812684"/>
              <a:gd name="connsiteY4" fmla="*/ 6857464 h 6894455"/>
              <a:gd name="connsiteX5" fmla="*/ 2500782 w 3812684"/>
              <a:gd name="connsiteY5" fmla="*/ 4267199 h 6894455"/>
              <a:gd name="connsiteX6" fmla="*/ 0 w 3812684"/>
              <a:gd name="connsiteY6" fmla="*/ 0 h 6894455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500782 w 3812684"/>
              <a:gd name="connsiteY5" fmla="*/ 4267199 h 6877800"/>
              <a:gd name="connsiteX6" fmla="*/ 0 w 3812684"/>
              <a:gd name="connsiteY6" fmla="*/ 0 h 6877800"/>
              <a:gd name="connsiteX0" fmla="*/ 0 w 3812684"/>
              <a:gd name="connsiteY0" fmla="*/ 0 h 6877800"/>
              <a:gd name="connsiteX1" fmla="*/ 618186 w 3812684"/>
              <a:gd name="connsiteY1" fmla="*/ 0 h 6877800"/>
              <a:gd name="connsiteX2" fmla="*/ 3812684 w 3812684"/>
              <a:gd name="connsiteY2" fmla="*/ 4633980 h 6877800"/>
              <a:gd name="connsiteX3" fmla="*/ 3438659 w 3812684"/>
              <a:gd name="connsiteY3" fmla="*/ 6870878 h 6877800"/>
              <a:gd name="connsiteX4" fmla="*/ 1740258 w 3812684"/>
              <a:gd name="connsiteY4" fmla="*/ 6857464 h 6877800"/>
              <a:gd name="connsiteX5" fmla="*/ 2500782 w 3812684"/>
              <a:gd name="connsiteY5" fmla="*/ 4267199 h 6877800"/>
              <a:gd name="connsiteX6" fmla="*/ 0 w 3812684"/>
              <a:gd name="connsiteY6" fmla="*/ 0 h 6877800"/>
              <a:gd name="connsiteX0" fmla="*/ 0 w 3822209"/>
              <a:gd name="connsiteY0" fmla="*/ 0 h 6887325"/>
              <a:gd name="connsiteX1" fmla="*/ 627711 w 3822209"/>
              <a:gd name="connsiteY1" fmla="*/ 9525 h 6887325"/>
              <a:gd name="connsiteX2" fmla="*/ 3822209 w 3822209"/>
              <a:gd name="connsiteY2" fmla="*/ 4643505 h 6887325"/>
              <a:gd name="connsiteX3" fmla="*/ 3448184 w 3822209"/>
              <a:gd name="connsiteY3" fmla="*/ 6880403 h 6887325"/>
              <a:gd name="connsiteX4" fmla="*/ 1749783 w 3822209"/>
              <a:gd name="connsiteY4" fmla="*/ 6866989 h 6887325"/>
              <a:gd name="connsiteX5" fmla="*/ 2510307 w 3822209"/>
              <a:gd name="connsiteY5" fmla="*/ 4276724 h 6887325"/>
              <a:gd name="connsiteX6" fmla="*/ 0 w 3822209"/>
              <a:gd name="connsiteY6" fmla="*/ 0 h 6887325"/>
              <a:gd name="connsiteX0" fmla="*/ 0 w 3879359"/>
              <a:gd name="connsiteY0" fmla="*/ 0 h 6887325"/>
              <a:gd name="connsiteX1" fmla="*/ 684861 w 3879359"/>
              <a:gd name="connsiteY1" fmla="*/ 9525 h 6887325"/>
              <a:gd name="connsiteX2" fmla="*/ 3879359 w 3879359"/>
              <a:gd name="connsiteY2" fmla="*/ 4643505 h 6887325"/>
              <a:gd name="connsiteX3" fmla="*/ 3505334 w 3879359"/>
              <a:gd name="connsiteY3" fmla="*/ 6880403 h 6887325"/>
              <a:gd name="connsiteX4" fmla="*/ 1806933 w 3879359"/>
              <a:gd name="connsiteY4" fmla="*/ 6866989 h 6887325"/>
              <a:gd name="connsiteX5" fmla="*/ 2567457 w 3879359"/>
              <a:gd name="connsiteY5" fmla="*/ 4276724 h 6887325"/>
              <a:gd name="connsiteX6" fmla="*/ 0 w 3879359"/>
              <a:gd name="connsiteY6" fmla="*/ 0 h 6887325"/>
              <a:gd name="connsiteX0" fmla="*/ 0 w 3879359"/>
              <a:gd name="connsiteY0" fmla="*/ 0 h 6887325"/>
              <a:gd name="connsiteX1" fmla="*/ 684861 w 3879359"/>
              <a:gd name="connsiteY1" fmla="*/ 9525 h 6887325"/>
              <a:gd name="connsiteX2" fmla="*/ 3879359 w 3879359"/>
              <a:gd name="connsiteY2" fmla="*/ 4643505 h 6887325"/>
              <a:gd name="connsiteX3" fmla="*/ 3505334 w 3879359"/>
              <a:gd name="connsiteY3" fmla="*/ 6880403 h 6887325"/>
              <a:gd name="connsiteX4" fmla="*/ 1806933 w 3879359"/>
              <a:gd name="connsiteY4" fmla="*/ 6866989 h 6887325"/>
              <a:gd name="connsiteX5" fmla="*/ 2567457 w 3879359"/>
              <a:gd name="connsiteY5" fmla="*/ 4276724 h 6887325"/>
              <a:gd name="connsiteX6" fmla="*/ 0 w 3879359"/>
              <a:gd name="connsiteY6" fmla="*/ 0 h 6887325"/>
              <a:gd name="connsiteX0" fmla="*/ 0 w 3879359"/>
              <a:gd name="connsiteY0" fmla="*/ 0 h 6887325"/>
              <a:gd name="connsiteX1" fmla="*/ 684861 w 3879359"/>
              <a:gd name="connsiteY1" fmla="*/ 9525 h 6887325"/>
              <a:gd name="connsiteX2" fmla="*/ 3879359 w 3879359"/>
              <a:gd name="connsiteY2" fmla="*/ 4643505 h 6887325"/>
              <a:gd name="connsiteX3" fmla="*/ 3505334 w 3879359"/>
              <a:gd name="connsiteY3" fmla="*/ 6880403 h 6887325"/>
              <a:gd name="connsiteX4" fmla="*/ 1806933 w 3879359"/>
              <a:gd name="connsiteY4" fmla="*/ 6866989 h 6887325"/>
              <a:gd name="connsiteX5" fmla="*/ 2567457 w 3879359"/>
              <a:gd name="connsiteY5" fmla="*/ 4276724 h 6887325"/>
              <a:gd name="connsiteX6" fmla="*/ 0 w 3879359"/>
              <a:gd name="connsiteY6" fmla="*/ 0 h 6887325"/>
              <a:gd name="connsiteX0" fmla="*/ 0 w 3879359"/>
              <a:gd name="connsiteY0" fmla="*/ 0 h 6887325"/>
              <a:gd name="connsiteX1" fmla="*/ 684861 w 3879359"/>
              <a:gd name="connsiteY1" fmla="*/ 9525 h 6887325"/>
              <a:gd name="connsiteX2" fmla="*/ 3879359 w 3879359"/>
              <a:gd name="connsiteY2" fmla="*/ 4643505 h 6887325"/>
              <a:gd name="connsiteX3" fmla="*/ 3505334 w 3879359"/>
              <a:gd name="connsiteY3" fmla="*/ 6880403 h 6887325"/>
              <a:gd name="connsiteX4" fmla="*/ 1806933 w 3879359"/>
              <a:gd name="connsiteY4" fmla="*/ 6866989 h 6887325"/>
              <a:gd name="connsiteX5" fmla="*/ 2567457 w 3879359"/>
              <a:gd name="connsiteY5" fmla="*/ 4276724 h 6887325"/>
              <a:gd name="connsiteX6" fmla="*/ 0 w 3879359"/>
              <a:gd name="connsiteY6" fmla="*/ 0 h 6887325"/>
              <a:gd name="connsiteX0" fmla="*/ 0 w 3879359"/>
              <a:gd name="connsiteY0" fmla="*/ 0 h 6887325"/>
              <a:gd name="connsiteX1" fmla="*/ 684861 w 3879359"/>
              <a:gd name="connsiteY1" fmla="*/ 9525 h 6887325"/>
              <a:gd name="connsiteX2" fmla="*/ 3879359 w 3879359"/>
              <a:gd name="connsiteY2" fmla="*/ 4643505 h 6887325"/>
              <a:gd name="connsiteX3" fmla="*/ 3505334 w 3879359"/>
              <a:gd name="connsiteY3" fmla="*/ 6880403 h 6887325"/>
              <a:gd name="connsiteX4" fmla="*/ 1806933 w 3879359"/>
              <a:gd name="connsiteY4" fmla="*/ 6866989 h 6887325"/>
              <a:gd name="connsiteX5" fmla="*/ 2567457 w 3879359"/>
              <a:gd name="connsiteY5" fmla="*/ 4276724 h 6887325"/>
              <a:gd name="connsiteX6" fmla="*/ 0 w 3879359"/>
              <a:gd name="connsiteY6" fmla="*/ 0 h 6887325"/>
              <a:gd name="connsiteX0" fmla="*/ 0 w 3879359"/>
              <a:gd name="connsiteY0" fmla="*/ 0 h 6887325"/>
              <a:gd name="connsiteX1" fmla="*/ 684861 w 3879359"/>
              <a:gd name="connsiteY1" fmla="*/ 9525 h 6887325"/>
              <a:gd name="connsiteX2" fmla="*/ 3879359 w 3879359"/>
              <a:gd name="connsiteY2" fmla="*/ 4643505 h 6887325"/>
              <a:gd name="connsiteX3" fmla="*/ 3505334 w 3879359"/>
              <a:gd name="connsiteY3" fmla="*/ 6880403 h 6887325"/>
              <a:gd name="connsiteX4" fmla="*/ 1806933 w 3879359"/>
              <a:gd name="connsiteY4" fmla="*/ 6866989 h 6887325"/>
              <a:gd name="connsiteX5" fmla="*/ 2843682 w 3879359"/>
              <a:gd name="connsiteY5" fmla="*/ 4000499 h 6887325"/>
              <a:gd name="connsiteX6" fmla="*/ 0 w 3879359"/>
              <a:gd name="connsiteY6" fmla="*/ 0 h 6887325"/>
              <a:gd name="connsiteX0" fmla="*/ 0 w 3879359"/>
              <a:gd name="connsiteY0" fmla="*/ 0 h 6887325"/>
              <a:gd name="connsiteX1" fmla="*/ 684861 w 3879359"/>
              <a:gd name="connsiteY1" fmla="*/ 9525 h 6887325"/>
              <a:gd name="connsiteX2" fmla="*/ 3879359 w 3879359"/>
              <a:gd name="connsiteY2" fmla="*/ 4643505 h 6887325"/>
              <a:gd name="connsiteX3" fmla="*/ 3505334 w 3879359"/>
              <a:gd name="connsiteY3" fmla="*/ 6880403 h 6887325"/>
              <a:gd name="connsiteX4" fmla="*/ 1806933 w 3879359"/>
              <a:gd name="connsiteY4" fmla="*/ 6866989 h 6887325"/>
              <a:gd name="connsiteX5" fmla="*/ 2843682 w 3879359"/>
              <a:gd name="connsiteY5" fmla="*/ 4000499 h 6887325"/>
              <a:gd name="connsiteX6" fmla="*/ 0 w 3879359"/>
              <a:gd name="connsiteY6" fmla="*/ 0 h 6887325"/>
              <a:gd name="connsiteX0" fmla="*/ 0 w 3879359"/>
              <a:gd name="connsiteY0" fmla="*/ 0 h 6887325"/>
              <a:gd name="connsiteX1" fmla="*/ 684861 w 3879359"/>
              <a:gd name="connsiteY1" fmla="*/ 9525 h 6887325"/>
              <a:gd name="connsiteX2" fmla="*/ 3879359 w 3879359"/>
              <a:gd name="connsiteY2" fmla="*/ 4643505 h 6887325"/>
              <a:gd name="connsiteX3" fmla="*/ 3505334 w 3879359"/>
              <a:gd name="connsiteY3" fmla="*/ 6880403 h 6887325"/>
              <a:gd name="connsiteX4" fmla="*/ 1806933 w 3879359"/>
              <a:gd name="connsiteY4" fmla="*/ 6866989 h 6887325"/>
              <a:gd name="connsiteX5" fmla="*/ 3015132 w 3879359"/>
              <a:gd name="connsiteY5" fmla="*/ 3143249 h 6887325"/>
              <a:gd name="connsiteX6" fmla="*/ 0 w 3879359"/>
              <a:gd name="connsiteY6" fmla="*/ 0 h 6887325"/>
              <a:gd name="connsiteX0" fmla="*/ 0 w 3879359"/>
              <a:gd name="connsiteY0" fmla="*/ 0 h 6887325"/>
              <a:gd name="connsiteX1" fmla="*/ 684861 w 3879359"/>
              <a:gd name="connsiteY1" fmla="*/ 9525 h 6887325"/>
              <a:gd name="connsiteX2" fmla="*/ 3879359 w 3879359"/>
              <a:gd name="connsiteY2" fmla="*/ 4643505 h 6887325"/>
              <a:gd name="connsiteX3" fmla="*/ 3505334 w 3879359"/>
              <a:gd name="connsiteY3" fmla="*/ 6880403 h 6887325"/>
              <a:gd name="connsiteX4" fmla="*/ 1806933 w 3879359"/>
              <a:gd name="connsiteY4" fmla="*/ 6866989 h 6887325"/>
              <a:gd name="connsiteX5" fmla="*/ 3015132 w 3879359"/>
              <a:gd name="connsiteY5" fmla="*/ 3143249 h 6887325"/>
              <a:gd name="connsiteX6" fmla="*/ 0 w 3879359"/>
              <a:gd name="connsiteY6" fmla="*/ 0 h 6887325"/>
              <a:gd name="connsiteX0" fmla="*/ 0 w 3879359"/>
              <a:gd name="connsiteY0" fmla="*/ 0 h 6881043"/>
              <a:gd name="connsiteX1" fmla="*/ 684861 w 3879359"/>
              <a:gd name="connsiteY1" fmla="*/ 9525 h 6881043"/>
              <a:gd name="connsiteX2" fmla="*/ 3879359 w 3879359"/>
              <a:gd name="connsiteY2" fmla="*/ 4643505 h 6881043"/>
              <a:gd name="connsiteX3" fmla="*/ 3505334 w 3879359"/>
              <a:gd name="connsiteY3" fmla="*/ 6880403 h 6881043"/>
              <a:gd name="connsiteX4" fmla="*/ 3015132 w 3879359"/>
              <a:gd name="connsiteY4" fmla="*/ 3143249 h 6881043"/>
              <a:gd name="connsiteX5" fmla="*/ 0 w 3879359"/>
              <a:gd name="connsiteY5" fmla="*/ 0 h 6881043"/>
              <a:gd name="connsiteX0" fmla="*/ 0 w 3505334"/>
              <a:gd name="connsiteY0" fmla="*/ 185300 h 7065810"/>
              <a:gd name="connsiteX1" fmla="*/ 684861 w 3505334"/>
              <a:gd name="connsiteY1" fmla="*/ 194825 h 7065810"/>
              <a:gd name="connsiteX2" fmla="*/ 3022109 w 3505334"/>
              <a:gd name="connsiteY2" fmla="*/ 1723655 h 7065810"/>
              <a:gd name="connsiteX3" fmla="*/ 3505334 w 3505334"/>
              <a:gd name="connsiteY3" fmla="*/ 7065703 h 7065810"/>
              <a:gd name="connsiteX4" fmla="*/ 3015132 w 3505334"/>
              <a:gd name="connsiteY4" fmla="*/ 3328549 h 7065810"/>
              <a:gd name="connsiteX5" fmla="*/ 0 w 3505334"/>
              <a:gd name="connsiteY5" fmla="*/ 185300 h 7065810"/>
              <a:gd name="connsiteX0" fmla="*/ 0 w 3505334"/>
              <a:gd name="connsiteY0" fmla="*/ 0 h 6880510"/>
              <a:gd name="connsiteX1" fmla="*/ 684861 w 3505334"/>
              <a:gd name="connsiteY1" fmla="*/ 9525 h 6880510"/>
              <a:gd name="connsiteX2" fmla="*/ 3022109 w 3505334"/>
              <a:gd name="connsiteY2" fmla="*/ 1538355 h 6880510"/>
              <a:gd name="connsiteX3" fmla="*/ 3505334 w 3505334"/>
              <a:gd name="connsiteY3" fmla="*/ 6880403 h 6880510"/>
              <a:gd name="connsiteX4" fmla="*/ 3015132 w 3505334"/>
              <a:gd name="connsiteY4" fmla="*/ 3143249 h 6880510"/>
              <a:gd name="connsiteX5" fmla="*/ 0 w 3505334"/>
              <a:gd name="connsiteY5" fmla="*/ 0 h 6880510"/>
              <a:gd name="connsiteX0" fmla="*/ 0 w 3505334"/>
              <a:gd name="connsiteY0" fmla="*/ 19050 h 6899560"/>
              <a:gd name="connsiteX1" fmla="*/ 818211 w 3505334"/>
              <a:gd name="connsiteY1" fmla="*/ 0 h 6899560"/>
              <a:gd name="connsiteX2" fmla="*/ 3022109 w 3505334"/>
              <a:gd name="connsiteY2" fmla="*/ 1557405 h 6899560"/>
              <a:gd name="connsiteX3" fmla="*/ 3505334 w 3505334"/>
              <a:gd name="connsiteY3" fmla="*/ 6899453 h 6899560"/>
              <a:gd name="connsiteX4" fmla="*/ 3015132 w 3505334"/>
              <a:gd name="connsiteY4" fmla="*/ 3162299 h 6899560"/>
              <a:gd name="connsiteX5" fmla="*/ 0 w 3505334"/>
              <a:gd name="connsiteY5" fmla="*/ 19050 h 6899560"/>
              <a:gd name="connsiteX0" fmla="*/ 0 w 3505334"/>
              <a:gd name="connsiteY0" fmla="*/ 0 h 6880510"/>
              <a:gd name="connsiteX1" fmla="*/ 856311 w 3505334"/>
              <a:gd name="connsiteY1" fmla="*/ 0 h 6880510"/>
              <a:gd name="connsiteX2" fmla="*/ 3022109 w 3505334"/>
              <a:gd name="connsiteY2" fmla="*/ 1538355 h 6880510"/>
              <a:gd name="connsiteX3" fmla="*/ 3505334 w 3505334"/>
              <a:gd name="connsiteY3" fmla="*/ 6880403 h 6880510"/>
              <a:gd name="connsiteX4" fmla="*/ 3015132 w 3505334"/>
              <a:gd name="connsiteY4" fmla="*/ 3143249 h 6880510"/>
              <a:gd name="connsiteX5" fmla="*/ 0 w 3505334"/>
              <a:gd name="connsiteY5" fmla="*/ 0 h 6880510"/>
              <a:gd name="connsiteX0" fmla="*/ 0 w 3344240"/>
              <a:gd name="connsiteY0" fmla="*/ 0 h 3175566"/>
              <a:gd name="connsiteX1" fmla="*/ 856311 w 3344240"/>
              <a:gd name="connsiteY1" fmla="*/ 0 h 3175566"/>
              <a:gd name="connsiteX2" fmla="*/ 3022109 w 3344240"/>
              <a:gd name="connsiteY2" fmla="*/ 1538355 h 3175566"/>
              <a:gd name="connsiteX3" fmla="*/ 3015132 w 3344240"/>
              <a:gd name="connsiteY3" fmla="*/ 3143249 h 3175566"/>
              <a:gd name="connsiteX4" fmla="*/ 0 w 3344240"/>
              <a:gd name="connsiteY4" fmla="*/ 0 h 3175566"/>
              <a:gd name="connsiteX0" fmla="*/ 0 w 3177933"/>
              <a:gd name="connsiteY0" fmla="*/ 0 h 3143249"/>
              <a:gd name="connsiteX1" fmla="*/ 856311 w 3177933"/>
              <a:gd name="connsiteY1" fmla="*/ 0 h 3143249"/>
              <a:gd name="connsiteX2" fmla="*/ 3022109 w 3177933"/>
              <a:gd name="connsiteY2" fmla="*/ 1538355 h 3143249"/>
              <a:gd name="connsiteX3" fmla="*/ 3015132 w 3177933"/>
              <a:gd name="connsiteY3" fmla="*/ 3143249 h 3143249"/>
              <a:gd name="connsiteX4" fmla="*/ 0 w 3177933"/>
              <a:gd name="connsiteY4" fmla="*/ 0 h 3143249"/>
              <a:gd name="connsiteX0" fmla="*/ 0 w 3030687"/>
              <a:gd name="connsiteY0" fmla="*/ 0 h 3143249"/>
              <a:gd name="connsiteX1" fmla="*/ 856311 w 3030687"/>
              <a:gd name="connsiteY1" fmla="*/ 0 h 3143249"/>
              <a:gd name="connsiteX2" fmla="*/ 3022109 w 3030687"/>
              <a:gd name="connsiteY2" fmla="*/ 1538355 h 3143249"/>
              <a:gd name="connsiteX3" fmla="*/ 3015132 w 3030687"/>
              <a:gd name="connsiteY3" fmla="*/ 3143249 h 3143249"/>
              <a:gd name="connsiteX4" fmla="*/ 0 w 3030687"/>
              <a:gd name="connsiteY4" fmla="*/ 0 h 3143249"/>
              <a:gd name="connsiteX0" fmla="*/ 0 w 3030687"/>
              <a:gd name="connsiteY0" fmla="*/ 0 h 3143249"/>
              <a:gd name="connsiteX1" fmla="*/ 856311 w 3030687"/>
              <a:gd name="connsiteY1" fmla="*/ 0 h 3143249"/>
              <a:gd name="connsiteX2" fmla="*/ 3022109 w 3030687"/>
              <a:gd name="connsiteY2" fmla="*/ 1538355 h 3143249"/>
              <a:gd name="connsiteX3" fmla="*/ 3015132 w 3030687"/>
              <a:gd name="connsiteY3" fmla="*/ 3143249 h 3143249"/>
              <a:gd name="connsiteX4" fmla="*/ 0 w 3030687"/>
              <a:gd name="connsiteY4" fmla="*/ 0 h 3143249"/>
              <a:gd name="connsiteX0" fmla="*/ 0 w 3030687"/>
              <a:gd name="connsiteY0" fmla="*/ 0 h 3143249"/>
              <a:gd name="connsiteX1" fmla="*/ 856311 w 3030687"/>
              <a:gd name="connsiteY1" fmla="*/ 0 h 3143249"/>
              <a:gd name="connsiteX2" fmla="*/ 3022109 w 3030687"/>
              <a:gd name="connsiteY2" fmla="*/ 1538355 h 3143249"/>
              <a:gd name="connsiteX3" fmla="*/ 3015132 w 3030687"/>
              <a:gd name="connsiteY3" fmla="*/ 3143249 h 3143249"/>
              <a:gd name="connsiteX4" fmla="*/ 0 w 3030687"/>
              <a:gd name="connsiteY4" fmla="*/ 0 h 3143249"/>
              <a:gd name="connsiteX0" fmla="*/ 0 w 3030687"/>
              <a:gd name="connsiteY0" fmla="*/ 0 h 3143249"/>
              <a:gd name="connsiteX1" fmla="*/ 856311 w 3030687"/>
              <a:gd name="connsiteY1" fmla="*/ 0 h 3143249"/>
              <a:gd name="connsiteX2" fmla="*/ 3022109 w 3030687"/>
              <a:gd name="connsiteY2" fmla="*/ 1538355 h 3143249"/>
              <a:gd name="connsiteX3" fmla="*/ 3015132 w 3030687"/>
              <a:gd name="connsiteY3" fmla="*/ 3143249 h 3143249"/>
              <a:gd name="connsiteX4" fmla="*/ 0 w 3030687"/>
              <a:gd name="connsiteY4" fmla="*/ 0 h 3143249"/>
              <a:gd name="connsiteX0" fmla="*/ 0 w 3034731"/>
              <a:gd name="connsiteY0" fmla="*/ 0 h 3152774"/>
              <a:gd name="connsiteX1" fmla="*/ 856311 w 3034731"/>
              <a:gd name="connsiteY1" fmla="*/ 0 h 3152774"/>
              <a:gd name="connsiteX2" fmla="*/ 3022109 w 3034731"/>
              <a:gd name="connsiteY2" fmla="*/ 1538355 h 3152774"/>
              <a:gd name="connsiteX3" fmla="*/ 3034182 w 3034731"/>
              <a:gd name="connsiteY3" fmla="*/ 3152774 h 3152774"/>
              <a:gd name="connsiteX4" fmla="*/ 0 w 3034731"/>
              <a:gd name="connsiteY4" fmla="*/ 0 h 3152774"/>
              <a:gd name="connsiteX0" fmla="*/ 0 w 3049737"/>
              <a:gd name="connsiteY0" fmla="*/ 0 h 3152774"/>
              <a:gd name="connsiteX1" fmla="*/ 856311 w 3049737"/>
              <a:gd name="connsiteY1" fmla="*/ 0 h 3152774"/>
              <a:gd name="connsiteX2" fmla="*/ 3041159 w 3049737"/>
              <a:gd name="connsiteY2" fmla="*/ 1538355 h 3152774"/>
              <a:gd name="connsiteX3" fmla="*/ 3034182 w 3049737"/>
              <a:gd name="connsiteY3" fmla="*/ 3152774 h 3152774"/>
              <a:gd name="connsiteX4" fmla="*/ 0 w 3049737"/>
              <a:gd name="connsiteY4" fmla="*/ 0 h 3152774"/>
              <a:gd name="connsiteX0" fmla="*/ 0 w 3042544"/>
              <a:gd name="connsiteY0" fmla="*/ 0 h 3152774"/>
              <a:gd name="connsiteX1" fmla="*/ 856311 w 3042544"/>
              <a:gd name="connsiteY1" fmla="*/ 0 h 3152774"/>
              <a:gd name="connsiteX2" fmla="*/ 3041159 w 3042544"/>
              <a:gd name="connsiteY2" fmla="*/ 1538355 h 3152774"/>
              <a:gd name="connsiteX3" fmla="*/ 3034182 w 3042544"/>
              <a:gd name="connsiteY3" fmla="*/ 3152774 h 3152774"/>
              <a:gd name="connsiteX4" fmla="*/ 0 w 3042544"/>
              <a:gd name="connsiteY4" fmla="*/ 0 h 3152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2544" h="3152774">
                <a:moveTo>
                  <a:pt x="0" y="0"/>
                </a:moveTo>
                <a:lnTo>
                  <a:pt x="856311" y="0"/>
                </a:lnTo>
                <a:cubicBezTo>
                  <a:pt x="1483821" y="283380"/>
                  <a:pt x="2407009" y="916547"/>
                  <a:pt x="3041159" y="1538355"/>
                </a:cubicBezTo>
                <a:cubicBezTo>
                  <a:pt x="3048538" y="2157480"/>
                  <a:pt x="3023517" y="2551916"/>
                  <a:pt x="3034182" y="3152774"/>
                </a:cubicBezTo>
                <a:cubicBezTo>
                  <a:pt x="2258364" y="971638"/>
                  <a:pt x="23253" y="30162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accent1"/>
              </a:solidFill>
            </a:endParaRPr>
          </a:p>
        </p:txBody>
      </p:sp>
      <p:pic>
        <p:nvPicPr>
          <p:cNvPr id="11" name="Bild 10">
            <a:extLst>
              <a:ext uri="{FF2B5EF4-FFF2-40B4-BE49-F238E27FC236}">
                <a16:creationId xmlns:a16="http://schemas.microsoft.com/office/drawing/2014/main" id="{939DC746-39CD-494A-BA5F-2182901E45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50012"/>
            <a:ext cx="1080120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663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4FDB03D-A6D7-4606-9BE4-CE04FBE44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BC6A3DC-AD5D-45E7-A458-75DD5D545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AD2FB97-0F6D-4CFC-9A04-6D63132E7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B3A1-2D40-4BA9-A61B-AFD14D1D0A73}" type="datetimeFigureOut">
              <a:rPr lang="sv-SE" smtClean="0"/>
              <a:t>2026-10-01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69EF2DC-A044-4F97-B0CD-431ABA535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07E2176-57E5-4456-A5A4-651722E60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A28D3-22CF-4FB0-80FD-EC473B325B3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22148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A15F10B-3E52-4A01-A074-8FACED829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816" y="2564904"/>
            <a:ext cx="6370622" cy="72000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837DAB8-FB21-4D42-8249-61209DB20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0000" y="3329642"/>
            <a:ext cx="6370622" cy="360238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C93CF3E-FD48-488B-BD44-A66A90A930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0000" y="3734618"/>
            <a:ext cx="6370622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C3CAB3A1-2D40-4BA9-A61B-AFD14D1D0A73}" type="datetimeFigureOut">
              <a:rPr lang="sv-SE" smtClean="0"/>
              <a:pPr/>
              <a:t>2026-10-01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C6911B9-2C51-4BA5-A9CC-26E676A0F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60555" y="6356349"/>
            <a:ext cx="8196085" cy="365125"/>
          </a:xfrm>
        </p:spPr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B248BA8-C62D-4B40-910D-A5D0B62C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07320" y="6356348"/>
            <a:ext cx="432742" cy="365125"/>
          </a:xfrm>
        </p:spPr>
        <p:txBody>
          <a:bodyPr/>
          <a:lstStyle/>
          <a:p>
            <a:fld id="{696A28D3-22CF-4FB0-80FD-EC473B325B38}" type="slidenum">
              <a:rPr lang="sv-SE" smtClean="0"/>
              <a:t>‹#›</a:t>
            </a:fld>
            <a:endParaRPr lang="sv-SE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E48F43F3-8725-4978-AD0F-851BF84E9977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F5B0D707-3061-4AD5-984C-9C10D779A269}"/>
              </a:ext>
            </a:extLst>
          </p:cNvPr>
          <p:cNvSpPr/>
          <p:nvPr userDrawn="1"/>
        </p:nvSpPr>
        <p:spPr>
          <a:xfrm>
            <a:off x="12012000" y="0"/>
            <a:ext cx="180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70094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EBD5745-D09E-40AF-B411-41D97075C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0F38C46-6AF1-4B68-BC01-6E950AA58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7999" y="1535113"/>
            <a:ext cx="4994401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57D4F25B-617D-4324-9D7D-CA844B9FB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9598" y="1530217"/>
            <a:ext cx="4994401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4C4419C6-376D-4C6E-BE3D-B274817B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B3A1-2D40-4BA9-A61B-AFD14D1D0A73}" type="datetimeFigureOut">
              <a:rPr lang="sv-SE" smtClean="0"/>
              <a:t>2026-10-01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813E5173-5D2E-4D30-9FFA-AA056111F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5588ACC9-BF94-484B-9A2B-454F065F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A28D3-22CF-4FB0-80FD-EC473B325B3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10192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BF63D6F9-84B0-4A5C-8E4B-BC68E6C6E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533" y="1535113"/>
            <a:ext cx="4988984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952354B6-EA03-4633-BF8C-740DFABDC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533" y="2226392"/>
            <a:ext cx="4988984" cy="377440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F649AF67-0586-4B82-B127-BCF1D142CD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5485" y="1529883"/>
            <a:ext cx="4988984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808B6D22-C9A1-4DC3-9391-6DE49E2DA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5485" y="2226391"/>
            <a:ext cx="4988984" cy="377440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E30EC6AC-22D3-4986-B75B-4A9C4E008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B3A1-2D40-4BA9-A61B-AFD14D1D0A73}" type="datetimeFigureOut">
              <a:rPr lang="sv-SE" smtClean="0"/>
              <a:t>2026-10-01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4CAA757E-6409-4B8A-9DCF-C2B973D9C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5F956D3A-FB10-4BC7-B775-EEC3B0F0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A28D3-22CF-4FB0-80FD-EC473B325B38}" type="slidenum">
              <a:rPr lang="sv-SE" smtClean="0"/>
              <a:t>‹#›</a:t>
            </a:fld>
            <a:endParaRPr lang="sv-SE"/>
          </a:p>
        </p:txBody>
      </p:sp>
      <p:sp>
        <p:nvSpPr>
          <p:cNvPr id="11" name="Rubrik 10">
            <a:extLst>
              <a:ext uri="{FF2B5EF4-FFF2-40B4-BE49-F238E27FC236}">
                <a16:creationId xmlns:a16="http://schemas.microsoft.com/office/drawing/2014/main" id="{B6E6C1AE-FB17-4361-B576-BEA64F32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57892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2002D4F-0565-4D94-B732-A81A7631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29290BF0-624A-4FEB-AD73-4B87CFDE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B3A1-2D40-4BA9-A61B-AFD14D1D0A73}" type="datetimeFigureOut">
              <a:rPr lang="sv-SE" smtClean="0"/>
              <a:t>2026-10-01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A57C6F1-0C9D-4071-9328-1490E5D8E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1D3DB7D4-08D4-4FBD-BD00-F4ED9229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A28D3-22CF-4FB0-80FD-EC473B325B3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54823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BA94A45A-C174-4054-A20D-27B4CD00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B3A1-2D40-4BA9-A61B-AFD14D1D0A73}" type="datetimeFigureOut">
              <a:rPr lang="sv-SE" smtClean="0"/>
              <a:t>2026-10-01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8EE4D111-992E-4CFB-BAE2-CC3CDB8AF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83D67C0-CF9F-42BB-8C18-2A414B41A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A28D3-22CF-4FB0-80FD-EC473B325B3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9667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Rubrikbild alt.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A15F10B-3E52-4A01-A074-8FACED829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816" y="2564904"/>
            <a:ext cx="6370622" cy="720000"/>
          </a:xfrm>
        </p:spPr>
        <p:txBody>
          <a:bodyPr anchor="b">
            <a:noAutofit/>
          </a:bodyPr>
          <a:lstStyle>
            <a:lvl1pPr>
              <a:defRPr sz="3800"/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837DAB8-FB21-4D42-8249-61209DB20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0000" y="3329642"/>
            <a:ext cx="6370622" cy="360238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C93CF3E-FD48-488B-BD44-A66A90A930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0000" y="3734618"/>
            <a:ext cx="6370622" cy="365125"/>
          </a:xfrm>
        </p:spPr>
        <p:txBody>
          <a:bodyPr/>
          <a:lstStyle>
            <a:lvl1pPr>
              <a:defRPr sz="1500">
                <a:solidFill>
                  <a:schemeClr val="tx1"/>
                </a:solidFill>
              </a:defRPr>
            </a:lvl1pPr>
          </a:lstStyle>
          <a:p>
            <a:fld id="{C3CAB3A1-2D40-4BA9-A61B-AFD14D1D0A73}" type="datetimeFigureOut">
              <a:rPr lang="sv-SE" smtClean="0"/>
              <a:pPr/>
              <a:t>2026-10-01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C6911B9-2C51-4BA5-A9CC-26E676A0F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60555" y="6356349"/>
            <a:ext cx="8196085" cy="365125"/>
          </a:xfrm>
        </p:spPr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B248BA8-C62D-4B40-910D-A5D0B62C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07320" y="6356348"/>
            <a:ext cx="432742" cy="365125"/>
          </a:xfrm>
        </p:spPr>
        <p:txBody>
          <a:bodyPr/>
          <a:lstStyle/>
          <a:p>
            <a:fld id="{696A28D3-22CF-4FB0-80FD-EC473B325B38}" type="slidenum">
              <a:rPr lang="sv-SE" smtClean="0"/>
              <a:t>‹#›</a:t>
            </a:fld>
            <a:endParaRPr lang="sv-SE"/>
          </a:p>
        </p:txBody>
      </p:sp>
      <p:pic>
        <p:nvPicPr>
          <p:cNvPr id="14" name="Bild 13">
            <a:extLst>
              <a:ext uri="{FF2B5EF4-FFF2-40B4-BE49-F238E27FC236}">
                <a16:creationId xmlns:a16="http://schemas.microsoft.com/office/drawing/2014/main" id="{3362D2E0-5466-47B8-B8DE-2C325B7853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50012"/>
            <a:ext cx="1080120" cy="1080120"/>
          </a:xfrm>
          <a:prstGeom prst="rect">
            <a:avLst/>
          </a:prstGeom>
        </p:spPr>
      </p:pic>
      <p:sp>
        <p:nvSpPr>
          <p:cNvPr id="18" name="Frihandsfigur: Form 17">
            <a:extLst>
              <a:ext uri="{FF2B5EF4-FFF2-40B4-BE49-F238E27FC236}">
                <a16:creationId xmlns:a16="http://schemas.microsoft.com/office/drawing/2014/main" id="{E67B33AE-D2CE-4C7C-9E35-D26FA53F1940}"/>
              </a:ext>
            </a:extLst>
          </p:cNvPr>
          <p:cNvSpPr/>
          <p:nvPr/>
        </p:nvSpPr>
        <p:spPr>
          <a:xfrm>
            <a:off x="9918700" y="0"/>
            <a:ext cx="2279650" cy="4527550"/>
          </a:xfrm>
          <a:custGeom>
            <a:avLst/>
            <a:gdLst>
              <a:gd name="connsiteX0" fmla="*/ 0 w 2279650"/>
              <a:gd name="connsiteY0" fmla="*/ 0 h 4527550"/>
              <a:gd name="connsiteX1" fmla="*/ 2273300 w 2279650"/>
              <a:gd name="connsiteY1" fmla="*/ 4527550 h 4527550"/>
              <a:gd name="connsiteX2" fmla="*/ 2279650 w 2279650"/>
              <a:gd name="connsiteY2" fmla="*/ 0 h 4527550"/>
              <a:gd name="connsiteX3" fmla="*/ 0 w 2279650"/>
              <a:gd name="connsiteY3" fmla="*/ 0 h 452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9650" h="4527550">
                <a:moveTo>
                  <a:pt x="0" y="0"/>
                </a:moveTo>
                <a:cubicBezTo>
                  <a:pt x="0" y="0"/>
                  <a:pt x="1752600" y="3162300"/>
                  <a:pt x="2273300" y="4527550"/>
                </a:cubicBezTo>
                <a:lnTo>
                  <a:pt x="227965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sv-SE"/>
          </a:p>
        </p:txBody>
      </p:sp>
      <p:sp>
        <p:nvSpPr>
          <p:cNvPr id="20" name="Frihandsfigur: Form 19">
            <a:extLst>
              <a:ext uri="{FF2B5EF4-FFF2-40B4-BE49-F238E27FC236}">
                <a16:creationId xmlns:a16="http://schemas.microsoft.com/office/drawing/2014/main" id="{48039F6A-5BE8-4782-AC82-556D665F49CD}"/>
              </a:ext>
            </a:extLst>
          </p:cNvPr>
          <p:cNvSpPr/>
          <p:nvPr/>
        </p:nvSpPr>
        <p:spPr>
          <a:xfrm>
            <a:off x="0" y="1949450"/>
            <a:ext cx="2063750" cy="4908550"/>
          </a:xfrm>
          <a:custGeom>
            <a:avLst/>
            <a:gdLst>
              <a:gd name="connsiteX0" fmla="*/ 0 w 2063750"/>
              <a:gd name="connsiteY0" fmla="*/ 0 h 4908550"/>
              <a:gd name="connsiteX1" fmla="*/ 2063750 w 2063750"/>
              <a:gd name="connsiteY1" fmla="*/ 4908550 h 4908550"/>
              <a:gd name="connsiteX2" fmla="*/ 0 w 2063750"/>
              <a:gd name="connsiteY2" fmla="*/ 4908550 h 4908550"/>
              <a:gd name="connsiteX3" fmla="*/ 0 w 2063750"/>
              <a:gd name="connsiteY3" fmla="*/ 0 h 4908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3750" h="4908550">
                <a:moveTo>
                  <a:pt x="0" y="0"/>
                </a:moveTo>
                <a:cubicBezTo>
                  <a:pt x="0" y="0"/>
                  <a:pt x="1276350" y="2482850"/>
                  <a:pt x="2063750" y="4908550"/>
                </a:cubicBezTo>
                <a:lnTo>
                  <a:pt x="0" y="4908550"/>
                </a:lnTo>
                <a:lnTo>
                  <a:pt x="0" y="0"/>
                </a:lnTo>
                <a:close/>
              </a:path>
            </a:pathLst>
          </a:custGeom>
          <a:solidFill>
            <a:srgbClr val="00336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77166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ubrikbild alt. 3 me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345ECBA9-F164-4AB7-BFDD-AB09F70184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0000" y="1701694"/>
            <a:ext cx="11832000" cy="515880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Infoga bild från Bildbanken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AC7ED846-FB07-41D2-803C-7B7EE245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5696" y="140048"/>
            <a:ext cx="1415322" cy="301647"/>
          </a:xfrm>
        </p:spPr>
        <p:txBody>
          <a:bodyPr/>
          <a:lstStyle>
            <a:lvl1pPr algn="r">
              <a:defRPr sz="1500">
                <a:solidFill>
                  <a:schemeClr val="tx1"/>
                </a:solidFill>
              </a:defRPr>
            </a:lvl1pPr>
          </a:lstStyle>
          <a:p>
            <a:fld id="{C3CAB3A1-2D40-4BA9-A61B-AFD14D1D0A73}" type="datetimeFigureOut">
              <a:rPr lang="sv-SE" smtClean="0"/>
              <a:pPr/>
              <a:t>2026-10-01</a:t>
            </a:fld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06FB8DC0-4468-4824-AF92-2ADA986B4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1487" y="6912768"/>
            <a:ext cx="8315153" cy="45719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C70FAC23-DF2C-4B50-AECF-7A632A884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360" y="6917719"/>
            <a:ext cx="432742" cy="45719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96A28D3-22CF-4FB0-80FD-EC473B325B38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6" name="Underrubrik 2">
            <a:extLst>
              <a:ext uri="{FF2B5EF4-FFF2-40B4-BE49-F238E27FC236}">
                <a16:creationId xmlns:a16="http://schemas.microsoft.com/office/drawing/2014/main" id="{C31B49F8-8337-4A63-B860-74D97A487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0816" y="1239848"/>
            <a:ext cx="8697541" cy="327546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sv-SE" dirty="0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46118340-7EF5-42F4-A242-D782504F7144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24C8B542-A767-4C85-B7D6-B6E2D160FA45}"/>
              </a:ext>
            </a:extLst>
          </p:cNvPr>
          <p:cNvSpPr/>
          <p:nvPr userDrawn="1"/>
        </p:nvSpPr>
        <p:spPr>
          <a:xfrm>
            <a:off x="12012000" y="0"/>
            <a:ext cx="180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ubrik 6">
            <a:extLst>
              <a:ext uri="{FF2B5EF4-FFF2-40B4-BE49-F238E27FC236}">
                <a16:creationId xmlns:a16="http://schemas.microsoft.com/office/drawing/2014/main" id="{7793906D-44A5-480D-B05E-367ECCBA2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815" y="509388"/>
            <a:ext cx="8697541" cy="730460"/>
          </a:xfrm>
        </p:spPr>
        <p:txBody>
          <a:bodyPr>
            <a:noAutofit/>
          </a:bodyPr>
          <a:lstStyle>
            <a:lvl1pPr>
              <a:defRPr sz="38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pic>
        <p:nvPicPr>
          <p:cNvPr id="15" name="Bild 14">
            <a:extLst>
              <a:ext uri="{FF2B5EF4-FFF2-40B4-BE49-F238E27FC236}">
                <a16:creationId xmlns:a16="http://schemas.microsoft.com/office/drawing/2014/main" id="{2E5D3818-F80C-4A2D-A385-2DDFFE645F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50012"/>
            <a:ext cx="1080120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958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nittsrubrik alt. 2 med symbo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2816B1E-6686-4AB8-A8B9-FD07C77FE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591" y="5877272"/>
            <a:ext cx="9803258" cy="64807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730923E6-61EF-4A3E-8BD8-D91CCD43239A}"/>
              </a:ext>
            </a:extLst>
          </p:cNvPr>
          <p:cNvSpPr/>
          <p:nvPr userDrawn="1"/>
        </p:nvSpPr>
        <p:spPr>
          <a:xfrm>
            <a:off x="0" y="0"/>
            <a:ext cx="12192000" cy="5589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C473C448-121B-4AEA-A44C-2271ECA2AAB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9696" y="548680"/>
            <a:ext cx="5598560" cy="4608512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Infoga bildsymbol från bildbanken</a:t>
            </a:r>
          </a:p>
        </p:txBody>
      </p:sp>
    </p:spTree>
    <p:extLst>
      <p:ext uri="{BB962C8B-B14F-4D97-AF65-F5344CB8AC3E}">
        <p14:creationId xmlns:p14="http://schemas.microsoft.com/office/powerpoint/2010/main" val="2652450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nittsrubrik alt. 3 med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2816B1E-6686-4AB8-A8B9-FD07C77FE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591" y="5877272"/>
            <a:ext cx="9803258" cy="648072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1BA7C1AB-ED5B-4BF5-8FDC-B156F0B86D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9256" cy="55892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324000" marR="0" lvl="0" indent="-3240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sv-SE" dirty="0"/>
              <a:t>Infoga bild från Bildbanken</a:t>
            </a:r>
          </a:p>
        </p:txBody>
      </p:sp>
    </p:spTree>
    <p:extLst>
      <p:ext uri="{BB962C8B-B14F-4D97-AF65-F5344CB8AC3E}">
        <p14:creationId xmlns:p14="http://schemas.microsoft.com/office/powerpoint/2010/main" val="3462959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vsida bild hö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3EED1C9-7DBC-4EDD-AD59-FF58B14DF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579" y="764704"/>
            <a:ext cx="5040000" cy="476752"/>
          </a:xfrm>
        </p:spPr>
        <p:txBody>
          <a:bodyPr>
            <a:noAutofit/>
          </a:bodyPr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6" name="Platshållare för innehåll 2">
            <a:extLst>
              <a:ext uri="{FF2B5EF4-FFF2-40B4-BE49-F238E27FC236}">
                <a16:creationId xmlns:a16="http://schemas.microsoft.com/office/drawing/2014/main" id="{01E449F7-EBF4-4F04-8325-15811C747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6331" y="1620000"/>
            <a:ext cx="5040000" cy="4352400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0D0DBC3D-8383-44FF-8A83-C07936B3DD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15200" y="0"/>
            <a:ext cx="5176800" cy="6858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324000" marR="0" lvl="0" indent="-3240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sv-SE" dirty="0"/>
              <a:t>Infoga bild från Bildbanken</a:t>
            </a:r>
          </a:p>
        </p:txBody>
      </p:sp>
      <p:sp>
        <p:nvSpPr>
          <p:cNvPr id="9" name="Platshållare för datum 8">
            <a:extLst>
              <a:ext uri="{FF2B5EF4-FFF2-40B4-BE49-F238E27FC236}">
                <a16:creationId xmlns:a16="http://schemas.microsoft.com/office/drawing/2014/main" id="{6A423FF2-3BB7-4F25-ADA5-8900621D223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CAB3A1-2D40-4BA9-A61B-AFD14D1D0A73}" type="datetimeFigureOut">
              <a:rPr lang="sv-SE" smtClean="0"/>
              <a:pPr/>
              <a:t>2026-10-01</a:t>
            </a:fld>
            <a:endParaRPr lang="sv-SE"/>
          </a:p>
        </p:txBody>
      </p:sp>
      <p:sp>
        <p:nvSpPr>
          <p:cNvPr id="10" name="Platshållare för sidfot 9">
            <a:extLst>
              <a:ext uri="{FF2B5EF4-FFF2-40B4-BE49-F238E27FC236}">
                <a16:creationId xmlns:a16="http://schemas.microsoft.com/office/drawing/2014/main" id="{5654FB46-1359-4270-8FB5-3CDA0DEFA0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993663" y="6356350"/>
            <a:ext cx="4072668" cy="365123"/>
          </a:xfrm>
        </p:spPr>
        <p:txBody>
          <a:bodyPr/>
          <a:lstStyle/>
          <a:p>
            <a:endParaRPr lang="sv-SE" dirty="0"/>
          </a:p>
        </p:txBody>
      </p:sp>
      <p:sp>
        <p:nvSpPr>
          <p:cNvPr id="11" name="Platshållare för bildnummer 10">
            <a:extLst>
              <a:ext uri="{FF2B5EF4-FFF2-40B4-BE49-F238E27FC236}">
                <a16:creationId xmlns:a16="http://schemas.microsoft.com/office/drawing/2014/main" id="{5398443F-7C0C-4FEC-9C61-F686C1DB2B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6A28D3-22CF-4FB0-80FD-EC473B325B38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2" name="Platshållare för text 12">
            <a:extLst>
              <a:ext uri="{FF2B5EF4-FFF2-40B4-BE49-F238E27FC236}">
                <a16:creationId xmlns:a16="http://schemas.microsoft.com/office/drawing/2014/main" id="{D49D233C-5797-43DF-9B05-2ED7277153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136560" y="5873046"/>
            <a:ext cx="720080" cy="72008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sv-S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4769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vsida bild vän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3EED1C9-7DBC-4EDD-AD59-FF58B14DF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5807" y="764704"/>
            <a:ext cx="5040000" cy="476752"/>
          </a:xfrm>
        </p:spPr>
        <p:txBody>
          <a:bodyPr>
            <a:noAutofit/>
          </a:bodyPr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6" name="Platshållare för innehåll 2">
            <a:extLst>
              <a:ext uri="{FF2B5EF4-FFF2-40B4-BE49-F238E27FC236}">
                <a16:creationId xmlns:a16="http://schemas.microsoft.com/office/drawing/2014/main" id="{01E449F7-EBF4-4F04-8325-15811C747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5806" y="1628800"/>
            <a:ext cx="5040000" cy="4352400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0D0DBC3D-8383-44FF-8A83-C07936B3DD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176800" cy="6858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324000" marR="0" lvl="0" indent="-3240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sv-SE" dirty="0"/>
              <a:t>Infoga bild från Bildbanken</a:t>
            </a:r>
          </a:p>
        </p:txBody>
      </p:sp>
      <p:sp>
        <p:nvSpPr>
          <p:cNvPr id="9" name="Platshållare för datum 8">
            <a:extLst>
              <a:ext uri="{FF2B5EF4-FFF2-40B4-BE49-F238E27FC236}">
                <a16:creationId xmlns:a16="http://schemas.microsoft.com/office/drawing/2014/main" id="{6A423FF2-3BB7-4F25-ADA5-8900621D223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135806" y="6356347"/>
            <a:ext cx="910953" cy="365125"/>
          </a:xfrm>
        </p:spPr>
        <p:txBody>
          <a:bodyPr/>
          <a:lstStyle/>
          <a:p>
            <a:fld id="{C3CAB3A1-2D40-4BA9-A61B-AFD14D1D0A73}" type="datetimeFigureOut">
              <a:rPr lang="sv-SE" smtClean="0"/>
              <a:pPr/>
              <a:t>2026-10-01</a:t>
            </a:fld>
            <a:endParaRPr lang="sv-SE" dirty="0"/>
          </a:p>
        </p:txBody>
      </p:sp>
      <p:sp>
        <p:nvSpPr>
          <p:cNvPr id="10" name="Platshållare för sidfot 9">
            <a:extLst>
              <a:ext uri="{FF2B5EF4-FFF2-40B4-BE49-F238E27FC236}">
                <a16:creationId xmlns:a16="http://schemas.microsoft.com/office/drawing/2014/main" id="{5654FB46-1359-4270-8FB5-3CDA0DEFA0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046759" y="6356349"/>
            <a:ext cx="3077903" cy="365123"/>
          </a:xfrm>
        </p:spPr>
        <p:txBody>
          <a:bodyPr/>
          <a:lstStyle/>
          <a:p>
            <a:endParaRPr lang="sv-SE" dirty="0"/>
          </a:p>
        </p:txBody>
      </p:sp>
      <p:sp>
        <p:nvSpPr>
          <p:cNvPr id="11" name="Platshållare för bildnummer 10">
            <a:extLst>
              <a:ext uri="{FF2B5EF4-FFF2-40B4-BE49-F238E27FC236}">
                <a16:creationId xmlns:a16="http://schemas.microsoft.com/office/drawing/2014/main" id="{5398443F-7C0C-4FEC-9C61-F686C1DB2B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22393" y="6356347"/>
            <a:ext cx="432742" cy="365125"/>
          </a:xfrm>
        </p:spPr>
        <p:txBody>
          <a:bodyPr/>
          <a:lstStyle>
            <a:lvl1pPr algn="r">
              <a:defRPr/>
            </a:lvl1pPr>
          </a:lstStyle>
          <a:p>
            <a:fld id="{696A28D3-22CF-4FB0-80FD-EC473B325B38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29194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lsida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0D0DBC3D-8383-44FF-8A83-C07936B3DD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4680" y="-27383"/>
            <a:ext cx="12216680" cy="6885383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324000" marR="0" lvl="0" indent="-3240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sv-SE" dirty="0"/>
              <a:t>Infoga bild från Bildbanken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269932A1-0A07-428E-A519-1FF9FB23F9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8000" y="1458293"/>
            <a:ext cx="10176000" cy="1325206"/>
          </a:xfrm>
        </p:spPr>
        <p:txBody>
          <a:bodyPr/>
          <a:lstStyle>
            <a:lvl1pPr marL="0" indent="0">
              <a:buNone/>
              <a:defRPr/>
            </a:lvl1pPr>
            <a:lvl2pPr marL="324000" indent="0">
              <a:buNone/>
              <a:defRPr/>
            </a:lvl2pPr>
            <a:lvl3pPr marL="648000" indent="0">
              <a:buNone/>
              <a:defRPr/>
            </a:lvl3pPr>
            <a:lvl4pPr marL="972000" indent="0">
              <a:buNone/>
              <a:defRPr/>
            </a:lvl4pPr>
            <a:lvl5pPr marL="1296000" indent="0">
              <a:buNone/>
              <a:defRPr/>
            </a:lvl5pPr>
          </a:lstStyle>
          <a:p>
            <a:pPr lvl="0"/>
            <a:r>
              <a:rPr lang="sv-SE" dirty="0"/>
              <a:t>Tänk på läsbarheten. Använd svart text mot ljus bild eller vit text mot mörk bild.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14" name="Platshållare för text 12">
            <a:extLst>
              <a:ext uri="{FF2B5EF4-FFF2-40B4-BE49-F238E27FC236}">
                <a16:creationId xmlns:a16="http://schemas.microsoft.com/office/drawing/2014/main" id="{EB454AA7-BBE5-4627-8DBF-CC15B788FB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36560" y="5873046"/>
            <a:ext cx="720080" cy="72008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sv-SE" dirty="0"/>
              <a:t> 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DF76FBD-C707-49B5-87D5-847BD53A3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43279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l båge spe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 3">
            <a:extLst>
              <a:ext uri="{FF2B5EF4-FFF2-40B4-BE49-F238E27FC236}">
                <a16:creationId xmlns:a16="http://schemas.microsoft.com/office/drawing/2014/main" id="{226445AD-7918-470F-B2F7-5D31B2BABD8F}"/>
              </a:ext>
            </a:extLst>
          </p:cNvPr>
          <p:cNvSpPr/>
          <p:nvPr/>
        </p:nvSpPr>
        <p:spPr>
          <a:xfrm>
            <a:off x="0" y="0"/>
            <a:ext cx="8801100" cy="6858000"/>
          </a:xfrm>
          <a:custGeom>
            <a:avLst/>
            <a:gdLst>
              <a:gd name="connsiteX0" fmla="*/ 8218170 w 8801100"/>
              <a:gd name="connsiteY0" fmla="*/ 6858000 h 6858000"/>
              <a:gd name="connsiteX1" fmla="*/ 0 w 8801100"/>
              <a:gd name="connsiteY1" fmla="*/ 6858000 h 6858000"/>
              <a:gd name="connsiteX2" fmla="*/ 0 w 8801100"/>
              <a:gd name="connsiteY2" fmla="*/ 0 h 6858000"/>
              <a:gd name="connsiteX3" fmla="*/ 8161656 w 8801100"/>
              <a:gd name="connsiteY3" fmla="*/ 0 h 6858000"/>
              <a:gd name="connsiteX4" fmla="*/ 8804910 w 8801100"/>
              <a:gd name="connsiteY4" fmla="*/ 3429000 h 6858000"/>
              <a:gd name="connsiteX5" fmla="*/ 8218170 w 880110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01100" h="6858000">
                <a:moveTo>
                  <a:pt x="821817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8161656" y="0"/>
                </a:lnTo>
                <a:cubicBezTo>
                  <a:pt x="8161656" y="0"/>
                  <a:pt x="8804910" y="1645285"/>
                  <a:pt x="8804910" y="3429000"/>
                </a:cubicBezTo>
                <a:cubicBezTo>
                  <a:pt x="8805545" y="5099685"/>
                  <a:pt x="8218170" y="6858000"/>
                  <a:pt x="8218170" y="6858000"/>
                </a:cubicBezTo>
                <a:close/>
              </a:path>
            </a:pathLst>
          </a:custGeom>
          <a:solidFill>
            <a:schemeClr val="bg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sv-SE"/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0B9D807F-346C-42C2-ADD5-AB61F2461F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8000" y="1511301"/>
            <a:ext cx="6717743" cy="4644000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FBAF834-14F0-46D4-B2CF-3C8FD3663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00" y="509388"/>
            <a:ext cx="6717743" cy="720000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01630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>
            <a:extLst>
              <a:ext uri="{FF2B5EF4-FFF2-40B4-BE49-F238E27FC236}">
                <a16:creationId xmlns:a16="http://schemas.microsoft.com/office/drawing/2014/main" id="{9AE9D7D4-CF7B-4CB6-B575-673DB9EC73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38500" y="571500"/>
            <a:ext cx="571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880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2572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13407ACE-5946-4E40-AB1D-F335253EF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00" y="509388"/>
            <a:ext cx="10176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F9D02A5-F05D-4D5E-A212-8B5C16FCE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999" y="1535113"/>
            <a:ext cx="10176001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EFF7142-315F-44E7-A42C-DA2DC5B6F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7999" y="6356349"/>
            <a:ext cx="910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3CAB3A1-2D40-4BA9-A61B-AFD14D1D0A73}" type="datetimeFigureOut">
              <a:rPr lang="sv-SE" smtClean="0"/>
              <a:pPr/>
              <a:t>2026-10-01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3A13C2D-A1D6-4AA7-8602-B0CA3DAB5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93663" y="6356349"/>
            <a:ext cx="890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ECA39A5-7F13-41E2-AE5C-779F2887C1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356348"/>
            <a:ext cx="4327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696A28D3-22CF-4FB0-80FD-EC473B325B38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C5D8D481-F981-4482-9E10-2ACF3BCCA3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136560" y="5873046"/>
            <a:ext cx="720080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35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3" r:id="rId8"/>
    <p:sldLayoutId id="2147483656" r:id="rId9"/>
    <p:sldLayoutId id="2147483658" r:id="rId10"/>
    <p:sldLayoutId id="2147483657" r:id="rId11"/>
    <p:sldLayoutId id="2147483659" r:id="rId12"/>
    <p:sldLayoutId id="2147483660" r:id="rId13"/>
    <p:sldLayoutId id="2147483661" r:id="rId14"/>
    <p:sldLayoutId id="2147483662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4000" indent="-324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8000" indent="-324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72000" indent="-324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00" indent="-324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0000" indent="-324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microsoft.com/office/2018/10/relationships/comments" Target="../comments/modernComment_104_0.xml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>
            <a:extLst>
              <a:ext uri="{FF2B5EF4-FFF2-40B4-BE49-F238E27FC236}">
                <a16:creationId xmlns:a16="http://schemas.microsoft.com/office/drawing/2014/main" id="{411C43FF-E9EA-B26A-6E3B-94FE070AAD9D}"/>
              </a:ext>
            </a:extLst>
          </p:cNvPr>
          <p:cNvSpPr/>
          <p:nvPr/>
        </p:nvSpPr>
        <p:spPr>
          <a:xfrm>
            <a:off x="320040" y="164592"/>
            <a:ext cx="5925312" cy="1051560"/>
          </a:xfrm>
          <a:prstGeom prst="roundRect">
            <a:avLst>
              <a:gd name="adj" fmla="val 5217"/>
            </a:avLst>
          </a:prstGeom>
          <a:solidFill>
            <a:srgbClr val="F7F7F7"/>
          </a:solidFill>
          <a:ln w="8890">
            <a:solidFill>
              <a:srgbClr val="A9B1BB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6823289F-CECD-9F29-5676-548BA3A8A771}"/>
              </a:ext>
            </a:extLst>
          </p:cNvPr>
          <p:cNvSpPr/>
          <p:nvPr/>
        </p:nvSpPr>
        <p:spPr>
          <a:xfrm>
            <a:off x="6355080" y="128016"/>
            <a:ext cx="5440680" cy="1051560"/>
          </a:xfrm>
          <a:prstGeom prst="roundRect">
            <a:avLst>
              <a:gd name="adj" fmla="val 5217"/>
            </a:avLst>
          </a:prstGeom>
          <a:solidFill>
            <a:srgbClr val="FFF3CE"/>
          </a:solidFill>
          <a:ln w="8890">
            <a:solidFill>
              <a:srgbClr val="E2BF6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AEEEDE75-45CE-E688-0B88-0959CD2BF5ED}"/>
              </a:ext>
            </a:extLst>
          </p:cNvPr>
          <p:cNvSpPr/>
          <p:nvPr/>
        </p:nvSpPr>
        <p:spPr>
          <a:xfrm>
            <a:off x="1143000" y="182880"/>
            <a:ext cx="4069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FÖRR – DYRT ATT UTVECKLA, OSÄKERT ATT SATSA</a:t>
            </a:r>
            <a:endParaRPr lang="en-US" sz="130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67B1F2B7-F733-0F96-F106-665D2DC8F764}"/>
              </a:ext>
            </a:extLst>
          </p:cNvPr>
          <p:cNvSpPr/>
          <p:nvPr/>
        </p:nvSpPr>
        <p:spPr>
          <a:xfrm>
            <a:off x="7086600" y="182880"/>
            <a:ext cx="4297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 – AI GÖR PROTOTYPING BILLIGT OCH SNABBT</a:t>
            </a:r>
            <a:endParaRPr lang="en-US" sz="1300"/>
          </a:p>
        </p:txBody>
      </p:sp>
      <p:sp>
        <p:nvSpPr>
          <p:cNvPr id="19" name="Text 28">
            <a:extLst>
              <a:ext uri="{FF2B5EF4-FFF2-40B4-BE49-F238E27FC236}">
                <a16:creationId xmlns:a16="http://schemas.microsoft.com/office/drawing/2014/main" id="{578297B8-1752-959B-9698-0B35EB65F993}"/>
              </a:ext>
            </a:extLst>
          </p:cNvPr>
          <p:cNvSpPr/>
          <p:nvPr/>
        </p:nvSpPr>
        <p:spPr>
          <a:xfrm>
            <a:off x="320040" y="859536"/>
            <a:ext cx="56692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idéer</a:t>
            </a:r>
            <a:endParaRPr lang="en-US" sz="850"/>
          </a:p>
        </p:txBody>
      </p:sp>
      <p:sp>
        <p:nvSpPr>
          <p:cNvPr id="20" name="Shape 29">
            <a:extLst>
              <a:ext uri="{FF2B5EF4-FFF2-40B4-BE49-F238E27FC236}">
                <a16:creationId xmlns:a16="http://schemas.microsoft.com/office/drawing/2014/main" id="{353C1EC5-7B88-F76A-74BC-F48A795474BB}"/>
              </a:ext>
            </a:extLst>
          </p:cNvPr>
          <p:cNvSpPr/>
          <p:nvPr/>
        </p:nvSpPr>
        <p:spPr>
          <a:xfrm>
            <a:off x="1078992" y="621792"/>
            <a:ext cx="237744" cy="1"/>
          </a:xfrm>
          <a:prstGeom prst="line">
            <a:avLst/>
          </a:prstGeom>
          <a:noFill/>
          <a:ln w="25400">
            <a:solidFill>
              <a:srgbClr val="113B72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21" name="Text 34">
            <a:extLst>
              <a:ext uri="{FF2B5EF4-FFF2-40B4-BE49-F238E27FC236}">
                <a16:creationId xmlns:a16="http://schemas.microsoft.com/office/drawing/2014/main" id="{9B92F8BA-E206-1F33-B44C-3D0452E1869D}"/>
              </a:ext>
            </a:extLst>
          </p:cNvPr>
          <p:cNvSpPr/>
          <p:nvPr/>
        </p:nvSpPr>
        <p:spPr>
          <a:xfrm>
            <a:off x="1170432" y="868680"/>
            <a:ext cx="10515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4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Analyser, estimat,</a:t>
            </a:r>
            <a:endParaRPr lang="en-US" sz="840"/>
          </a:p>
          <a:p>
            <a:pPr marL="0" indent="0" algn="ctr">
              <a:buNone/>
            </a:pPr>
            <a:r>
              <a:rPr lang="en-US" sz="84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cases</a:t>
            </a:r>
            <a:endParaRPr lang="en-US" sz="840"/>
          </a:p>
        </p:txBody>
      </p:sp>
      <p:sp>
        <p:nvSpPr>
          <p:cNvPr id="22" name="Shape 35">
            <a:extLst>
              <a:ext uri="{FF2B5EF4-FFF2-40B4-BE49-F238E27FC236}">
                <a16:creationId xmlns:a16="http://schemas.microsoft.com/office/drawing/2014/main" id="{AEEE18C8-88F3-D18A-7079-483EDE227D7B}"/>
              </a:ext>
            </a:extLst>
          </p:cNvPr>
          <p:cNvSpPr/>
          <p:nvPr/>
        </p:nvSpPr>
        <p:spPr>
          <a:xfrm>
            <a:off x="2148840" y="621792"/>
            <a:ext cx="228600" cy="1"/>
          </a:xfrm>
          <a:prstGeom prst="line">
            <a:avLst/>
          </a:prstGeom>
          <a:noFill/>
          <a:ln w="25400">
            <a:solidFill>
              <a:srgbClr val="113B72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23" name="Text 41">
            <a:extLst>
              <a:ext uri="{FF2B5EF4-FFF2-40B4-BE49-F238E27FC236}">
                <a16:creationId xmlns:a16="http://schemas.microsoft.com/office/drawing/2014/main" id="{CD5B530D-2A36-A8D5-5878-33AE32E324F1}"/>
              </a:ext>
            </a:extLst>
          </p:cNvPr>
          <p:cNvSpPr/>
          <p:nvPr/>
        </p:nvSpPr>
        <p:spPr>
          <a:xfrm>
            <a:off x="2304288" y="868680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4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Prioritering</a:t>
            </a:r>
            <a:endParaRPr lang="en-US" sz="840"/>
          </a:p>
        </p:txBody>
      </p:sp>
      <p:sp>
        <p:nvSpPr>
          <p:cNvPr id="24" name="Shape 42">
            <a:extLst>
              <a:ext uri="{FF2B5EF4-FFF2-40B4-BE49-F238E27FC236}">
                <a16:creationId xmlns:a16="http://schemas.microsoft.com/office/drawing/2014/main" id="{EE79334E-B664-7452-CDFA-074154C3F022}"/>
              </a:ext>
            </a:extLst>
          </p:cNvPr>
          <p:cNvSpPr/>
          <p:nvPr/>
        </p:nvSpPr>
        <p:spPr>
          <a:xfrm>
            <a:off x="3063240" y="621792"/>
            <a:ext cx="219456" cy="1"/>
          </a:xfrm>
          <a:prstGeom prst="line">
            <a:avLst/>
          </a:prstGeom>
          <a:noFill/>
          <a:ln w="25400">
            <a:solidFill>
              <a:srgbClr val="113B72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25" name="Text 43">
            <a:extLst>
              <a:ext uri="{FF2B5EF4-FFF2-40B4-BE49-F238E27FC236}">
                <a16:creationId xmlns:a16="http://schemas.microsoft.com/office/drawing/2014/main" id="{740B0A7E-CC3B-2166-5178-637366FEC006}"/>
              </a:ext>
            </a:extLst>
          </p:cNvPr>
          <p:cNvSpPr/>
          <p:nvPr/>
        </p:nvSpPr>
        <p:spPr>
          <a:xfrm>
            <a:off x="3374136" y="493776"/>
            <a:ext cx="6858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★</a:t>
            </a:r>
            <a:endParaRPr lang="en-US" sz="1800"/>
          </a:p>
        </p:txBody>
      </p:sp>
      <p:sp>
        <p:nvSpPr>
          <p:cNvPr id="26" name="Text 44">
            <a:extLst>
              <a:ext uri="{FF2B5EF4-FFF2-40B4-BE49-F238E27FC236}">
                <a16:creationId xmlns:a16="http://schemas.microsoft.com/office/drawing/2014/main" id="{7981ACFE-EDD4-76DE-B6B0-FCE11D1564E7}"/>
              </a:ext>
            </a:extLst>
          </p:cNvPr>
          <p:cNvSpPr/>
          <p:nvPr/>
        </p:nvSpPr>
        <p:spPr>
          <a:xfrm>
            <a:off x="3328416" y="868680"/>
            <a:ext cx="7772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4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Väljer 2</a:t>
            </a:r>
            <a:endParaRPr lang="en-US" sz="840"/>
          </a:p>
          <a:p>
            <a:pPr marL="0" indent="0" algn="ctr">
              <a:buNone/>
            </a:pPr>
            <a:r>
              <a:rPr lang="en-US" sz="84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</a:t>
            </a:r>
            <a:endParaRPr lang="en-US" sz="840"/>
          </a:p>
        </p:txBody>
      </p:sp>
      <p:sp>
        <p:nvSpPr>
          <p:cNvPr id="27" name="Shape 45">
            <a:extLst>
              <a:ext uri="{FF2B5EF4-FFF2-40B4-BE49-F238E27FC236}">
                <a16:creationId xmlns:a16="http://schemas.microsoft.com/office/drawing/2014/main" id="{AD7B8569-D402-B326-E9A1-2C593BB94F1A}"/>
              </a:ext>
            </a:extLst>
          </p:cNvPr>
          <p:cNvSpPr/>
          <p:nvPr/>
        </p:nvSpPr>
        <p:spPr>
          <a:xfrm>
            <a:off x="4069080" y="621792"/>
            <a:ext cx="219456" cy="1"/>
          </a:xfrm>
          <a:prstGeom prst="line">
            <a:avLst/>
          </a:prstGeom>
          <a:noFill/>
          <a:ln w="25400">
            <a:solidFill>
              <a:srgbClr val="113B72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28" name="Shape 46">
            <a:extLst>
              <a:ext uri="{FF2B5EF4-FFF2-40B4-BE49-F238E27FC236}">
                <a16:creationId xmlns:a16="http://schemas.microsoft.com/office/drawing/2014/main" id="{18698363-0F74-54B3-DE43-4A979129B074}"/>
              </a:ext>
            </a:extLst>
          </p:cNvPr>
          <p:cNvSpPr/>
          <p:nvPr/>
        </p:nvSpPr>
        <p:spPr>
          <a:xfrm>
            <a:off x="4526280" y="502920"/>
            <a:ext cx="268834" cy="268834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113B7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9" name="Shape 47">
            <a:extLst>
              <a:ext uri="{FF2B5EF4-FFF2-40B4-BE49-F238E27FC236}">
                <a16:creationId xmlns:a16="http://schemas.microsoft.com/office/drawing/2014/main" id="{FA2CEBFC-C6DD-EEA4-C0A8-01CC5553BE12}"/>
              </a:ext>
            </a:extLst>
          </p:cNvPr>
          <p:cNvSpPr/>
          <p:nvPr/>
        </p:nvSpPr>
        <p:spPr>
          <a:xfrm>
            <a:off x="4660697" y="541325"/>
            <a:ext cx="1" cy="105613"/>
          </a:xfrm>
          <a:prstGeom prst="line">
            <a:avLst/>
          </a:prstGeom>
          <a:noFill/>
          <a:ln w="15240">
            <a:solidFill>
              <a:srgbClr val="113B7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0" name="Shape 48">
            <a:extLst>
              <a:ext uri="{FF2B5EF4-FFF2-40B4-BE49-F238E27FC236}">
                <a16:creationId xmlns:a16="http://schemas.microsoft.com/office/drawing/2014/main" id="{78280BA1-F1E1-1045-D075-373C3F0D103E}"/>
              </a:ext>
            </a:extLst>
          </p:cNvPr>
          <p:cNvSpPr/>
          <p:nvPr/>
        </p:nvSpPr>
        <p:spPr>
          <a:xfrm>
            <a:off x="4660697" y="646938"/>
            <a:ext cx="76810" cy="48006"/>
          </a:xfrm>
          <a:prstGeom prst="line">
            <a:avLst/>
          </a:prstGeom>
          <a:noFill/>
          <a:ln w="15240">
            <a:solidFill>
              <a:srgbClr val="113B7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9F5BC421-5E58-EBC9-A2FE-F9010F070C55}"/>
              </a:ext>
            </a:extLst>
          </p:cNvPr>
          <p:cNvSpPr/>
          <p:nvPr/>
        </p:nvSpPr>
        <p:spPr>
          <a:xfrm>
            <a:off x="4233672" y="868680"/>
            <a:ext cx="96012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4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Bygger länge,</a:t>
            </a:r>
            <a:endParaRPr lang="en-US" sz="840"/>
          </a:p>
          <a:p>
            <a:pPr marL="0" indent="0" algn="ctr">
              <a:buNone/>
            </a:pPr>
            <a:r>
              <a:rPr lang="en-US" sz="84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levererar</a:t>
            </a:r>
            <a:endParaRPr lang="en-US" sz="840"/>
          </a:p>
        </p:txBody>
      </p:sp>
      <p:sp>
        <p:nvSpPr>
          <p:cNvPr id="32" name="Shape 50">
            <a:extLst>
              <a:ext uri="{FF2B5EF4-FFF2-40B4-BE49-F238E27FC236}">
                <a16:creationId xmlns:a16="http://schemas.microsoft.com/office/drawing/2014/main" id="{C3C21BC9-9D61-5A2A-1A1C-52C873E30290}"/>
              </a:ext>
            </a:extLst>
          </p:cNvPr>
          <p:cNvSpPr/>
          <p:nvPr/>
        </p:nvSpPr>
        <p:spPr>
          <a:xfrm>
            <a:off x="5120640" y="621792"/>
            <a:ext cx="210312" cy="1"/>
          </a:xfrm>
          <a:prstGeom prst="line">
            <a:avLst/>
          </a:prstGeom>
          <a:noFill/>
          <a:ln w="25400">
            <a:solidFill>
              <a:srgbClr val="113B72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33" name="Shape 51">
            <a:extLst>
              <a:ext uri="{FF2B5EF4-FFF2-40B4-BE49-F238E27FC236}">
                <a16:creationId xmlns:a16="http://schemas.microsoft.com/office/drawing/2014/main" id="{2A38AA4B-6C98-A564-AE22-72880480D564}"/>
              </a:ext>
            </a:extLst>
          </p:cNvPr>
          <p:cNvSpPr/>
          <p:nvPr/>
        </p:nvSpPr>
        <p:spPr>
          <a:xfrm>
            <a:off x="5468112" y="502920"/>
            <a:ext cx="292608" cy="292608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113B7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4" name="Text 52">
            <a:extLst>
              <a:ext uri="{FF2B5EF4-FFF2-40B4-BE49-F238E27FC236}">
                <a16:creationId xmlns:a16="http://schemas.microsoft.com/office/drawing/2014/main" id="{7689E3CC-4189-EE0D-1898-BBA70D7AD92C}"/>
              </a:ext>
            </a:extLst>
          </p:cNvPr>
          <p:cNvSpPr/>
          <p:nvPr/>
        </p:nvSpPr>
        <p:spPr>
          <a:xfrm>
            <a:off x="5468112" y="493776"/>
            <a:ext cx="292608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/>
          </a:p>
        </p:txBody>
      </p:sp>
      <p:sp>
        <p:nvSpPr>
          <p:cNvPr id="35" name="Text 53">
            <a:extLst>
              <a:ext uri="{FF2B5EF4-FFF2-40B4-BE49-F238E27FC236}">
                <a16:creationId xmlns:a16="http://schemas.microsoft.com/office/drawing/2014/main" id="{EF6EB97D-AB8C-FE0E-FDE2-6E9BCC6B26BA}"/>
              </a:ext>
            </a:extLst>
          </p:cNvPr>
          <p:cNvSpPr/>
          <p:nvPr/>
        </p:nvSpPr>
        <p:spPr>
          <a:xfrm>
            <a:off x="5248656" y="868680"/>
            <a:ext cx="74980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4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Hoppas på</a:t>
            </a:r>
            <a:endParaRPr lang="en-US" sz="840"/>
          </a:p>
          <a:p>
            <a:pPr marL="0" indent="0" algn="ctr">
              <a:buNone/>
            </a:pPr>
            <a:r>
              <a:rPr lang="en-US" sz="84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värde</a:t>
            </a:r>
            <a:endParaRPr lang="en-US" sz="840"/>
          </a:p>
        </p:txBody>
      </p:sp>
      <p:sp>
        <p:nvSpPr>
          <p:cNvPr id="36" name="Shape 54">
            <a:extLst>
              <a:ext uri="{FF2B5EF4-FFF2-40B4-BE49-F238E27FC236}">
                <a16:creationId xmlns:a16="http://schemas.microsoft.com/office/drawing/2014/main" id="{F81BBFA5-1962-3A47-5BE5-F0AD5E8FE440}"/>
              </a:ext>
            </a:extLst>
          </p:cNvPr>
          <p:cNvSpPr/>
          <p:nvPr/>
        </p:nvSpPr>
        <p:spPr>
          <a:xfrm>
            <a:off x="6071616" y="438912"/>
            <a:ext cx="320040" cy="347472"/>
          </a:xfrm>
          <a:prstGeom prst="rightArrow">
            <a:avLst/>
          </a:prstGeom>
          <a:solidFill>
            <a:srgbClr val="113B72"/>
          </a:solidFill>
          <a:ln w="12700">
            <a:solidFill>
              <a:srgbClr val="113B7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7" name="Text 79">
            <a:extLst>
              <a:ext uri="{FF2B5EF4-FFF2-40B4-BE49-F238E27FC236}">
                <a16:creationId xmlns:a16="http://schemas.microsoft.com/office/drawing/2014/main" id="{E2F9D10B-C7F3-F54C-BD15-1CAECE2152A1}"/>
              </a:ext>
            </a:extLst>
          </p:cNvPr>
          <p:cNvSpPr/>
          <p:nvPr/>
        </p:nvSpPr>
        <p:spPr>
          <a:xfrm>
            <a:off x="6556248" y="859536"/>
            <a:ext cx="6217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idéer</a:t>
            </a:r>
            <a:endParaRPr lang="en-US" sz="850"/>
          </a:p>
        </p:txBody>
      </p:sp>
      <p:sp>
        <p:nvSpPr>
          <p:cNvPr id="38" name="Shape 80">
            <a:extLst>
              <a:ext uri="{FF2B5EF4-FFF2-40B4-BE49-F238E27FC236}">
                <a16:creationId xmlns:a16="http://schemas.microsoft.com/office/drawing/2014/main" id="{8BA2364C-0653-E4CB-854B-E8E04D86D7EB}"/>
              </a:ext>
            </a:extLst>
          </p:cNvPr>
          <p:cNvSpPr/>
          <p:nvPr/>
        </p:nvSpPr>
        <p:spPr>
          <a:xfrm>
            <a:off x="7456932" y="635444"/>
            <a:ext cx="228600" cy="1"/>
          </a:xfrm>
          <a:prstGeom prst="line">
            <a:avLst/>
          </a:prstGeom>
          <a:noFill/>
          <a:ln w="25400">
            <a:solidFill>
              <a:srgbClr val="113B72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39" name="Text 81">
            <a:extLst>
              <a:ext uri="{FF2B5EF4-FFF2-40B4-BE49-F238E27FC236}">
                <a16:creationId xmlns:a16="http://schemas.microsoft.com/office/drawing/2014/main" id="{92762474-144F-F2B1-625A-C1425B34D3A6}"/>
              </a:ext>
            </a:extLst>
          </p:cNvPr>
          <p:cNvSpPr/>
          <p:nvPr/>
        </p:nvSpPr>
        <p:spPr>
          <a:xfrm>
            <a:off x="7973568" y="448056"/>
            <a:ext cx="38404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2200"/>
          </a:p>
        </p:txBody>
      </p:sp>
      <p:sp>
        <p:nvSpPr>
          <p:cNvPr id="40" name="Text 82">
            <a:extLst>
              <a:ext uri="{FF2B5EF4-FFF2-40B4-BE49-F238E27FC236}">
                <a16:creationId xmlns:a16="http://schemas.microsoft.com/office/drawing/2014/main" id="{39AE91A2-745A-AD88-C23A-697E63E076D4}"/>
              </a:ext>
            </a:extLst>
          </p:cNvPr>
          <p:cNvSpPr/>
          <p:nvPr/>
        </p:nvSpPr>
        <p:spPr>
          <a:xfrm>
            <a:off x="7818120" y="859536"/>
            <a:ext cx="713232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4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Snabba</a:t>
            </a:r>
            <a:endParaRPr lang="en-US" sz="840"/>
          </a:p>
          <a:p>
            <a:pPr marL="0" indent="0" algn="ctr">
              <a:buNone/>
            </a:pPr>
            <a:r>
              <a:rPr lang="en-US" sz="84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prototyper</a:t>
            </a:r>
            <a:endParaRPr lang="en-US" sz="840"/>
          </a:p>
        </p:txBody>
      </p:sp>
      <p:sp>
        <p:nvSpPr>
          <p:cNvPr id="41" name="Shape 83">
            <a:extLst>
              <a:ext uri="{FF2B5EF4-FFF2-40B4-BE49-F238E27FC236}">
                <a16:creationId xmlns:a16="http://schemas.microsoft.com/office/drawing/2014/main" id="{A1E97D61-1CAC-2D44-C27E-D465D11F25A3}"/>
              </a:ext>
            </a:extLst>
          </p:cNvPr>
          <p:cNvSpPr/>
          <p:nvPr/>
        </p:nvSpPr>
        <p:spPr>
          <a:xfrm>
            <a:off x="8641080" y="621792"/>
            <a:ext cx="219456" cy="1"/>
          </a:xfrm>
          <a:prstGeom prst="line">
            <a:avLst/>
          </a:prstGeom>
          <a:noFill/>
          <a:ln w="25400">
            <a:solidFill>
              <a:srgbClr val="113B72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42" name="Text 90">
            <a:extLst>
              <a:ext uri="{FF2B5EF4-FFF2-40B4-BE49-F238E27FC236}">
                <a16:creationId xmlns:a16="http://schemas.microsoft.com/office/drawing/2014/main" id="{BA7B5036-0CE9-8D70-D877-E89CB0CF5E42}"/>
              </a:ext>
            </a:extLst>
          </p:cNvPr>
          <p:cNvSpPr/>
          <p:nvPr/>
        </p:nvSpPr>
        <p:spPr>
          <a:xfrm>
            <a:off x="8833104" y="859536"/>
            <a:ext cx="96012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4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med</a:t>
            </a:r>
            <a:endParaRPr lang="en-US" sz="840"/>
          </a:p>
          <a:p>
            <a:pPr marL="0" indent="0" algn="ctr">
              <a:buNone/>
            </a:pPr>
            <a:r>
              <a:rPr lang="en-US" sz="84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verksamheten</a:t>
            </a:r>
            <a:endParaRPr lang="en-US" sz="840"/>
          </a:p>
        </p:txBody>
      </p:sp>
      <p:sp>
        <p:nvSpPr>
          <p:cNvPr id="43" name="Shape 91">
            <a:extLst>
              <a:ext uri="{FF2B5EF4-FFF2-40B4-BE49-F238E27FC236}">
                <a16:creationId xmlns:a16="http://schemas.microsoft.com/office/drawing/2014/main" id="{E6B4E566-70DE-31E6-CB7D-790499382222}"/>
              </a:ext>
            </a:extLst>
          </p:cNvPr>
          <p:cNvSpPr/>
          <p:nvPr/>
        </p:nvSpPr>
        <p:spPr>
          <a:xfrm>
            <a:off x="9802368" y="621792"/>
            <a:ext cx="219456" cy="1"/>
          </a:xfrm>
          <a:prstGeom prst="line">
            <a:avLst/>
          </a:prstGeom>
          <a:noFill/>
          <a:ln w="25400">
            <a:solidFill>
              <a:srgbClr val="113B72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44" name="Text 95">
            <a:extLst>
              <a:ext uri="{FF2B5EF4-FFF2-40B4-BE49-F238E27FC236}">
                <a16:creationId xmlns:a16="http://schemas.microsoft.com/office/drawing/2014/main" id="{44EEE5AB-0DEE-62A1-DB77-70D9205A67B5}"/>
              </a:ext>
            </a:extLst>
          </p:cNvPr>
          <p:cNvSpPr/>
          <p:nvPr/>
        </p:nvSpPr>
        <p:spPr>
          <a:xfrm>
            <a:off x="9994392" y="859536"/>
            <a:ext cx="713232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4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Döda 18</a:t>
            </a:r>
            <a:endParaRPr lang="en-US" sz="840"/>
          </a:p>
          <a:p>
            <a:pPr marL="0" indent="0" algn="ctr">
              <a:buNone/>
            </a:pPr>
            <a:r>
              <a:rPr lang="en-US" sz="84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idéer</a:t>
            </a:r>
            <a:endParaRPr lang="en-US" sz="840"/>
          </a:p>
        </p:txBody>
      </p:sp>
      <p:sp>
        <p:nvSpPr>
          <p:cNvPr id="45" name="Shape 96">
            <a:extLst>
              <a:ext uri="{FF2B5EF4-FFF2-40B4-BE49-F238E27FC236}">
                <a16:creationId xmlns:a16="http://schemas.microsoft.com/office/drawing/2014/main" id="{25B28067-1929-13C2-2C8C-1F814FF5BA4B}"/>
              </a:ext>
            </a:extLst>
          </p:cNvPr>
          <p:cNvSpPr/>
          <p:nvPr/>
        </p:nvSpPr>
        <p:spPr>
          <a:xfrm>
            <a:off x="10716768" y="621792"/>
            <a:ext cx="219456" cy="1"/>
          </a:xfrm>
          <a:prstGeom prst="line">
            <a:avLst/>
          </a:prstGeom>
          <a:noFill/>
          <a:ln w="25400">
            <a:solidFill>
              <a:srgbClr val="113B72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46" name="Text 97">
            <a:extLst>
              <a:ext uri="{FF2B5EF4-FFF2-40B4-BE49-F238E27FC236}">
                <a16:creationId xmlns:a16="http://schemas.microsoft.com/office/drawing/2014/main" id="{0C24AB5D-E9F0-C1EA-2AC5-8719703F3567}"/>
              </a:ext>
            </a:extLst>
          </p:cNvPr>
          <p:cNvSpPr/>
          <p:nvPr/>
        </p:nvSpPr>
        <p:spPr>
          <a:xfrm>
            <a:off x="11027664" y="493776"/>
            <a:ext cx="65836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★</a:t>
            </a:r>
            <a:endParaRPr lang="en-US" sz="1800"/>
          </a:p>
        </p:txBody>
      </p:sp>
      <p:sp>
        <p:nvSpPr>
          <p:cNvPr id="47" name="Text 98">
            <a:extLst>
              <a:ext uri="{FF2B5EF4-FFF2-40B4-BE49-F238E27FC236}">
                <a16:creationId xmlns:a16="http://schemas.microsoft.com/office/drawing/2014/main" id="{CA2D0BCD-2090-B0E4-2E54-AD42AF6ABE13}"/>
              </a:ext>
            </a:extLst>
          </p:cNvPr>
          <p:cNvSpPr/>
          <p:nvPr/>
        </p:nvSpPr>
        <p:spPr>
          <a:xfrm>
            <a:off x="10808208" y="859536"/>
            <a:ext cx="91440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4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 2 som</a:t>
            </a:r>
            <a:endParaRPr lang="en-US" sz="840"/>
          </a:p>
          <a:p>
            <a:pPr marL="0" indent="0" algn="ctr">
              <a:buNone/>
            </a:pPr>
            <a:r>
              <a:rPr lang="en-US" sz="840">
                <a:solidFill>
                  <a:srgbClr val="0B2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skapar värde</a:t>
            </a:r>
            <a:endParaRPr lang="en-US" sz="840"/>
          </a:p>
        </p:txBody>
      </p:sp>
      <p:grpSp>
        <p:nvGrpSpPr>
          <p:cNvPr id="7" name="Grupp 6">
            <a:extLst>
              <a:ext uri="{FF2B5EF4-FFF2-40B4-BE49-F238E27FC236}">
                <a16:creationId xmlns:a16="http://schemas.microsoft.com/office/drawing/2014/main" id="{AF5382F7-9B7C-3FF2-E777-F7F2A79D64CC}"/>
              </a:ext>
            </a:extLst>
          </p:cNvPr>
          <p:cNvGrpSpPr/>
          <p:nvPr/>
        </p:nvGrpSpPr>
        <p:grpSpPr>
          <a:xfrm>
            <a:off x="182880" y="1261872"/>
            <a:ext cx="11622024" cy="246888"/>
            <a:chOff x="182880" y="1261872"/>
            <a:chExt cx="11622024" cy="246888"/>
          </a:xfrm>
        </p:grpSpPr>
        <p:sp>
          <p:nvSpPr>
            <p:cNvPr id="48" name="Shape 99">
              <a:extLst>
                <a:ext uri="{FF2B5EF4-FFF2-40B4-BE49-F238E27FC236}">
                  <a16:creationId xmlns:a16="http://schemas.microsoft.com/office/drawing/2014/main" id="{CE55CDE1-5B14-C226-304E-5CBA77C7271B}"/>
                </a:ext>
              </a:extLst>
            </p:cNvPr>
            <p:cNvSpPr/>
            <p:nvPr/>
          </p:nvSpPr>
          <p:spPr>
            <a:xfrm>
              <a:off x="182880" y="1261872"/>
              <a:ext cx="11622024" cy="246888"/>
            </a:xfrm>
            <a:prstGeom prst="roundRect">
              <a:avLst>
                <a:gd name="adj" fmla="val 11111"/>
              </a:avLst>
            </a:prstGeom>
            <a:solidFill>
              <a:srgbClr val="FFF3CE"/>
            </a:solidFill>
            <a:ln w="8890">
              <a:solidFill>
                <a:srgbClr val="FFF3CE"/>
              </a:solidFill>
              <a:prstDash val="solid"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49" name="Text 100">
              <a:extLst>
                <a:ext uri="{FF2B5EF4-FFF2-40B4-BE49-F238E27FC236}">
                  <a16:creationId xmlns:a16="http://schemas.microsoft.com/office/drawing/2014/main" id="{A3D4A1FE-43CA-C37F-0BD5-2E90577D31D9}"/>
                </a:ext>
              </a:extLst>
            </p:cNvPr>
            <p:cNvSpPr/>
            <p:nvPr/>
          </p:nvSpPr>
          <p:spPr>
            <a:xfrm>
              <a:off x="1645920" y="1280160"/>
              <a:ext cx="8686800" cy="20116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Värdet</a:t>
              </a:r>
              <a:r>
                <a:rPr lang="en-US" sz="1300" b="1" dirty="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ligger </a:t>
              </a:r>
              <a:r>
                <a:rPr lang="en-US" sz="1300" b="1" dirty="0" err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</a:t>
              </a:r>
              <a:r>
                <a:rPr lang="en-US" sz="1300" b="1" dirty="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00" b="1" dirty="0" err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längre</a:t>
              </a:r>
              <a:r>
                <a:rPr lang="en-US" sz="1300" b="1" dirty="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00" b="1" dirty="0" err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</a:t>
              </a:r>
              <a:r>
                <a:rPr lang="en-US" sz="1300" b="1" dirty="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00" b="1" dirty="0" err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att</a:t>
              </a:r>
              <a:r>
                <a:rPr lang="en-US" sz="1300" b="1" dirty="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00" b="1" dirty="0" err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välja</a:t>
              </a:r>
              <a:r>
                <a:rPr lang="en-US" sz="1300" b="1" dirty="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00" b="1" dirty="0" err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rätt</a:t>
              </a:r>
              <a:r>
                <a:rPr lang="en-US" sz="1300" b="1" dirty="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00" b="1" dirty="0" err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från</a:t>
              </a:r>
              <a:r>
                <a:rPr lang="en-US" sz="1300" b="1" dirty="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00" b="1" dirty="0" err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början</a:t>
              </a:r>
              <a:r>
                <a:rPr lang="en-US" sz="1300" b="1" dirty="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– </a:t>
              </a:r>
              <a:r>
                <a:rPr lang="en-US" sz="1300" b="1" dirty="0" err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utan</a:t>
              </a:r>
              <a:r>
                <a:rPr lang="en-US" sz="1300" b="1" dirty="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00" b="1" dirty="0" err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</a:t>
              </a:r>
              <a:r>
                <a:rPr lang="en-US" sz="1300" b="1" dirty="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00" b="1" dirty="0" err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att</a:t>
              </a:r>
              <a:r>
                <a:rPr lang="en-US" sz="1300" b="1" dirty="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00" b="1" dirty="0" err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snabbt</a:t>
              </a:r>
              <a:r>
                <a:rPr lang="en-US" sz="1300" b="1" dirty="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00" b="1" dirty="0" err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lära</a:t>
              </a:r>
              <a:r>
                <a:rPr lang="en-US" sz="1300" b="1" dirty="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00" b="1" dirty="0" err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vad</a:t>
              </a:r>
              <a:r>
                <a:rPr lang="en-US" sz="1300" b="1" dirty="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00" b="1" dirty="0" err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som</a:t>
              </a:r>
              <a:r>
                <a:rPr lang="en-US" sz="1300" b="1" dirty="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00" b="1" dirty="0" err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fungerar</a:t>
              </a:r>
              <a:r>
                <a:rPr lang="en-US" sz="1300" b="1" dirty="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</a:t>
              </a:r>
              <a:endParaRPr lang="en-US" sz="1300" dirty="0"/>
            </a:p>
          </p:txBody>
        </p:sp>
      </p:grpSp>
      <p:sp>
        <p:nvSpPr>
          <p:cNvPr id="128" name="Slide Number Placeholder 0">
            <a:extLst>
              <a:ext uri="{FF2B5EF4-FFF2-40B4-BE49-F238E27FC236}">
                <a16:creationId xmlns:a16="http://schemas.microsoft.com/office/drawing/2014/main" id="{2613C9CF-9476-805A-3E34-F781574FD404}"/>
              </a:ext>
            </a:extLst>
          </p:cNvPr>
          <p:cNvSpPr txBox="1">
            <a:spLocks/>
          </p:cNvSpPr>
          <p:nvPr/>
        </p:nvSpPr>
        <p:spPr>
          <a:xfrm>
            <a:off x="1179576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29" name="Image 0">
            <a:extLst>
              <a:ext uri="{FF2B5EF4-FFF2-40B4-BE49-F238E27FC236}">
                <a16:creationId xmlns:a16="http://schemas.microsoft.com/office/drawing/2014/main" id="{270FD9EB-C335-FAA4-DE7B-E937CADE06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689" y="284484"/>
            <a:ext cx="614782" cy="614782"/>
          </a:xfrm>
          <a:prstGeom prst="rect">
            <a:avLst/>
          </a:prstGeom>
        </p:spPr>
      </p:pic>
      <p:pic>
        <p:nvPicPr>
          <p:cNvPr id="130" name="Image 0">
            <a:extLst>
              <a:ext uri="{FF2B5EF4-FFF2-40B4-BE49-F238E27FC236}">
                <a16:creationId xmlns:a16="http://schemas.microsoft.com/office/drawing/2014/main" id="{571425CA-0E92-B4DB-D2CB-88943D288D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7104" y="280263"/>
            <a:ext cx="614782" cy="614782"/>
          </a:xfrm>
          <a:prstGeom prst="rect">
            <a:avLst/>
          </a:prstGeom>
        </p:spPr>
      </p:pic>
      <p:pic>
        <p:nvPicPr>
          <p:cNvPr id="131" name="Bildobjekt 130">
            <a:extLst>
              <a:ext uri="{FF2B5EF4-FFF2-40B4-BE49-F238E27FC236}">
                <a16:creationId xmlns:a16="http://schemas.microsoft.com/office/drawing/2014/main" id="{7EA006B8-1342-2984-6C3B-7E79A113D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3391" y="411480"/>
            <a:ext cx="576692" cy="479419"/>
          </a:xfrm>
          <a:prstGeom prst="rect">
            <a:avLst/>
          </a:prstGeom>
        </p:spPr>
      </p:pic>
      <p:pic>
        <p:nvPicPr>
          <p:cNvPr id="132" name="Image 7">
            <a:extLst>
              <a:ext uri="{FF2B5EF4-FFF2-40B4-BE49-F238E27FC236}">
                <a16:creationId xmlns:a16="http://schemas.microsoft.com/office/drawing/2014/main" id="{CF0A974F-6950-6AB7-F03B-E6A0FF2F01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32007" y="336042"/>
            <a:ext cx="602590" cy="602590"/>
          </a:xfrm>
          <a:prstGeom prst="rect">
            <a:avLst/>
          </a:prstGeom>
        </p:spPr>
      </p:pic>
      <p:pic>
        <p:nvPicPr>
          <p:cNvPr id="138" name="Image 2">
            <a:extLst>
              <a:ext uri="{FF2B5EF4-FFF2-40B4-BE49-F238E27FC236}">
                <a16:creationId xmlns:a16="http://schemas.microsoft.com/office/drawing/2014/main" id="{5AF08E1A-FFE7-D921-E066-AF92D5BEFB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18588" y="379318"/>
            <a:ext cx="502920" cy="502920"/>
          </a:xfrm>
          <a:prstGeom prst="rect">
            <a:avLst/>
          </a:prstGeom>
        </p:spPr>
      </p:pic>
      <p:pic>
        <p:nvPicPr>
          <p:cNvPr id="139" name="Image 8">
            <a:extLst>
              <a:ext uri="{FF2B5EF4-FFF2-40B4-BE49-F238E27FC236}">
                <a16:creationId xmlns:a16="http://schemas.microsoft.com/office/drawing/2014/main" id="{D2C1B602-2BA0-179A-02D1-469546F3F3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43990" y="348615"/>
            <a:ext cx="517093" cy="517093"/>
          </a:xfrm>
          <a:prstGeom prst="rect">
            <a:avLst/>
          </a:prstGeom>
        </p:spPr>
      </p:pic>
      <p:grpSp>
        <p:nvGrpSpPr>
          <p:cNvPr id="3" name="Grupp 2">
            <a:extLst>
              <a:ext uri="{FF2B5EF4-FFF2-40B4-BE49-F238E27FC236}">
                <a16:creationId xmlns:a16="http://schemas.microsoft.com/office/drawing/2014/main" id="{F8D1E50D-08F7-B4DF-481D-195581AB6137}"/>
              </a:ext>
            </a:extLst>
          </p:cNvPr>
          <p:cNvGrpSpPr/>
          <p:nvPr/>
        </p:nvGrpSpPr>
        <p:grpSpPr>
          <a:xfrm>
            <a:off x="438912" y="4700016"/>
            <a:ext cx="11233729" cy="2020824"/>
            <a:chOff x="438912" y="4700016"/>
            <a:chExt cx="11233729" cy="2020824"/>
          </a:xfrm>
        </p:grpSpPr>
        <p:sp>
          <p:nvSpPr>
            <p:cNvPr id="13" name="Shape 179">
              <a:extLst>
                <a:ext uri="{FF2B5EF4-FFF2-40B4-BE49-F238E27FC236}">
                  <a16:creationId xmlns:a16="http://schemas.microsoft.com/office/drawing/2014/main" id="{560FAFE6-07E5-34AE-805E-0096CE3004DC}"/>
                </a:ext>
              </a:extLst>
            </p:cNvPr>
            <p:cNvSpPr/>
            <p:nvPr/>
          </p:nvSpPr>
          <p:spPr>
            <a:xfrm>
              <a:off x="1024128" y="4700016"/>
              <a:ext cx="10076688" cy="859536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8890">
              <a:solidFill>
                <a:srgbClr val="A9B1BB"/>
              </a:solidFill>
              <a:prstDash val="solid"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4" name="Flödesschema: Manuella indata 13">
              <a:extLst>
                <a:ext uri="{FF2B5EF4-FFF2-40B4-BE49-F238E27FC236}">
                  <a16:creationId xmlns:a16="http://schemas.microsoft.com/office/drawing/2014/main" id="{EA17F165-2DE1-AD32-C942-3277DDA23396}"/>
                </a:ext>
              </a:extLst>
            </p:cNvPr>
            <p:cNvSpPr/>
            <p:nvPr/>
          </p:nvSpPr>
          <p:spPr>
            <a:xfrm>
              <a:off x="1041502" y="4736592"/>
              <a:ext cx="10059314" cy="804672"/>
            </a:xfrm>
            <a:prstGeom prst="flowChartManualInput">
              <a:avLst/>
            </a:prstGeom>
            <a:solidFill>
              <a:schemeClr val="accent4">
                <a:alpha val="34000"/>
              </a:schemeClr>
            </a:solidFill>
            <a:ln cap="rnd">
              <a:solidFill>
                <a:schemeClr val="bg1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0" name="Text 180">
              <a:extLst>
                <a:ext uri="{FF2B5EF4-FFF2-40B4-BE49-F238E27FC236}">
                  <a16:creationId xmlns:a16="http://schemas.microsoft.com/office/drawing/2014/main" id="{D79A61BF-0C01-69FB-7AAC-9DFAFC1FE9CC}"/>
                </a:ext>
              </a:extLst>
            </p:cNvPr>
            <p:cNvSpPr/>
            <p:nvPr/>
          </p:nvSpPr>
          <p:spPr>
            <a:xfrm>
              <a:off x="1133856" y="4736592"/>
              <a:ext cx="3840480" cy="16459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GOVERNANCE – ÖKAR MED RISK, DATA OCH ANVÄNDNING</a:t>
              </a:r>
              <a:endParaRPr lang="en-US" sz="950" dirty="0"/>
            </a:p>
          </p:txBody>
        </p:sp>
        <p:sp>
          <p:nvSpPr>
            <p:cNvPr id="101" name="Shape 181">
              <a:extLst>
                <a:ext uri="{FF2B5EF4-FFF2-40B4-BE49-F238E27FC236}">
                  <a16:creationId xmlns:a16="http://schemas.microsoft.com/office/drawing/2014/main" id="{8664000E-1D9D-1678-6D5B-DE719101D56A}"/>
                </a:ext>
              </a:extLst>
            </p:cNvPr>
            <p:cNvSpPr/>
            <p:nvPr/>
          </p:nvSpPr>
          <p:spPr>
            <a:xfrm>
              <a:off x="1115568" y="4974336"/>
              <a:ext cx="2423160" cy="475488"/>
            </a:xfrm>
            <a:prstGeom prst="roundRect">
              <a:avLst>
                <a:gd name="adj" fmla="val 9615"/>
              </a:avLst>
            </a:prstGeom>
            <a:solidFill>
              <a:srgbClr val="FFF3CE"/>
            </a:solidFill>
            <a:ln w="8890">
              <a:solidFill>
                <a:srgbClr val="FFF3CE"/>
              </a:solidFill>
              <a:prstDash val="solid"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02" name="Text 183">
              <a:extLst>
                <a:ext uri="{FF2B5EF4-FFF2-40B4-BE49-F238E27FC236}">
                  <a16:creationId xmlns:a16="http://schemas.microsoft.com/office/drawing/2014/main" id="{3B13AD39-799D-5AC7-3318-4C52442A8AAF}"/>
                </a:ext>
              </a:extLst>
            </p:cNvPr>
            <p:cNvSpPr/>
            <p:nvPr/>
          </p:nvSpPr>
          <p:spPr>
            <a:xfrm>
              <a:off x="1276045" y="5104181"/>
              <a:ext cx="106985" cy="106985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endParaRPr lang="en-US" sz="910"/>
            </a:p>
          </p:txBody>
        </p:sp>
        <p:sp>
          <p:nvSpPr>
            <p:cNvPr id="103" name="Text 184">
              <a:extLst>
                <a:ext uri="{FF2B5EF4-FFF2-40B4-BE49-F238E27FC236}">
                  <a16:creationId xmlns:a16="http://schemas.microsoft.com/office/drawing/2014/main" id="{C57401F3-99C7-D3AF-A2F5-5321EEC4436A}"/>
                </a:ext>
              </a:extLst>
            </p:cNvPr>
            <p:cNvSpPr/>
            <p:nvPr/>
          </p:nvSpPr>
          <p:spPr>
            <a:xfrm>
              <a:off x="1591056" y="5010912"/>
              <a:ext cx="1874520" cy="17373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810" b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1. Grundläggande riktlinjer</a:t>
              </a:r>
              <a:endParaRPr lang="en-US" sz="810"/>
            </a:p>
          </p:txBody>
        </p:sp>
        <p:sp>
          <p:nvSpPr>
            <p:cNvPr id="104" name="Text 185">
              <a:extLst>
                <a:ext uri="{FF2B5EF4-FFF2-40B4-BE49-F238E27FC236}">
                  <a16:creationId xmlns:a16="http://schemas.microsoft.com/office/drawing/2014/main" id="{01D26D13-D8C3-4E1A-EF5A-78439492550B}"/>
                </a:ext>
              </a:extLst>
            </p:cNvPr>
            <p:cNvSpPr/>
            <p:nvPr/>
          </p:nvSpPr>
          <p:spPr>
            <a:xfrm>
              <a:off x="1591056" y="5202936"/>
              <a:ext cx="1874520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74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Enkla regler och checklista</a:t>
              </a:r>
              <a:endParaRPr lang="en-US" sz="740"/>
            </a:p>
            <a:p>
              <a:pPr marL="0" indent="0" algn="l">
                <a:buNone/>
              </a:pPr>
              <a:r>
                <a:rPr lang="en-US" sz="74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Ansvarig för lösningen</a:t>
              </a:r>
              <a:endParaRPr lang="en-US" sz="740"/>
            </a:p>
          </p:txBody>
        </p:sp>
        <p:sp>
          <p:nvSpPr>
            <p:cNvPr id="105" name="Shape 186">
              <a:extLst>
                <a:ext uri="{FF2B5EF4-FFF2-40B4-BE49-F238E27FC236}">
                  <a16:creationId xmlns:a16="http://schemas.microsoft.com/office/drawing/2014/main" id="{874C054E-355C-36DE-1D45-7E523E58A9A8}"/>
                </a:ext>
              </a:extLst>
            </p:cNvPr>
            <p:cNvSpPr/>
            <p:nvPr/>
          </p:nvSpPr>
          <p:spPr>
            <a:xfrm>
              <a:off x="3547872" y="4974336"/>
              <a:ext cx="2807208" cy="475488"/>
            </a:xfrm>
            <a:prstGeom prst="roundRect">
              <a:avLst>
                <a:gd name="adj" fmla="val 9615"/>
              </a:avLst>
            </a:prstGeom>
            <a:solidFill>
              <a:srgbClr val="FFF3CE"/>
            </a:solidFill>
            <a:ln w="8890">
              <a:solidFill>
                <a:srgbClr val="FFF3CE"/>
              </a:solidFill>
              <a:prstDash val="solid"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06" name="Text 193">
              <a:extLst>
                <a:ext uri="{FF2B5EF4-FFF2-40B4-BE49-F238E27FC236}">
                  <a16:creationId xmlns:a16="http://schemas.microsoft.com/office/drawing/2014/main" id="{EF331EE2-599F-CC38-1B34-9C31BE6F2353}"/>
                </a:ext>
              </a:extLst>
            </p:cNvPr>
            <p:cNvSpPr/>
            <p:nvPr/>
          </p:nvSpPr>
          <p:spPr>
            <a:xfrm>
              <a:off x="4023360" y="5010912"/>
              <a:ext cx="2258568" cy="17373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810" b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2. Informationsklassning</a:t>
              </a:r>
              <a:endParaRPr lang="en-US" sz="810"/>
            </a:p>
          </p:txBody>
        </p:sp>
        <p:sp>
          <p:nvSpPr>
            <p:cNvPr id="107" name="Text 194">
              <a:extLst>
                <a:ext uri="{FF2B5EF4-FFF2-40B4-BE49-F238E27FC236}">
                  <a16:creationId xmlns:a16="http://schemas.microsoft.com/office/drawing/2014/main" id="{B0C93482-746E-85A1-485D-C637E1617B3D}"/>
                </a:ext>
              </a:extLst>
            </p:cNvPr>
            <p:cNvSpPr/>
            <p:nvPr/>
          </p:nvSpPr>
          <p:spPr>
            <a:xfrm>
              <a:off x="4023360" y="5202936"/>
              <a:ext cx="2258568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74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Ansvar och ägare</a:t>
              </a:r>
              <a:endParaRPr lang="en-US" sz="740"/>
            </a:p>
            <a:p>
              <a:pPr marL="0" indent="0" algn="l">
                <a:buNone/>
              </a:pPr>
              <a:r>
                <a:rPr lang="en-US" sz="74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Riskbedömning</a:t>
              </a:r>
              <a:endParaRPr lang="en-US" sz="740"/>
            </a:p>
          </p:txBody>
        </p:sp>
        <p:sp>
          <p:nvSpPr>
            <p:cNvPr id="108" name="Shape 195">
              <a:extLst>
                <a:ext uri="{FF2B5EF4-FFF2-40B4-BE49-F238E27FC236}">
                  <a16:creationId xmlns:a16="http://schemas.microsoft.com/office/drawing/2014/main" id="{42BF9FC9-838D-7307-D4BD-7A2F49F9F5A4}"/>
                </a:ext>
              </a:extLst>
            </p:cNvPr>
            <p:cNvSpPr/>
            <p:nvPr/>
          </p:nvSpPr>
          <p:spPr>
            <a:xfrm>
              <a:off x="6364224" y="4974336"/>
              <a:ext cx="2377440" cy="475488"/>
            </a:xfrm>
            <a:prstGeom prst="roundRect">
              <a:avLst>
                <a:gd name="adj" fmla="val 9615"/>
              </a:avLst>
            </a:prstGeom>
            <a:solidFill>
              <a:srgbClr val="FFF3CE"/>
            </a:solidFill>
            <a:ln w="8890">
              <a:solidFill>
                <a:srgbClr val="FFF3CE"/>
              </a:solidFill>
              <a:prstDash val="solid"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09" name="Text 199">
              <a:extLst>
                <a:ext uri="{FF2B5EF4-FFF2-40B4-BE49-F238E27FC236}">
                  <a16:creationId xmlns:a16="http://schemas.microsoft.com/office/drawing/2014/main" id="{32721E21-E30E-5295-BF6C-F768C6558CED}"/>
                </a:ext>
              </a:extLst>
            </p:cNvPr>
            <p:cNvSpPr/>
            <p:nvPr/>
          </p:nvSpPr>
          <p:spPr>
            <a:xfrm>
              <a:off x="6839712" y="5010912"/>
              <a:ext cx="1828800" cy="17373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810" b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3. Säkerhet, juridik,</a:t>
              </a:r>
              <a:endParaRPr lang="en-US" sz="810"/>
            </a:p>
            <a:p>
              <a:pPr marL="0" indent="0" algn="l">
                <a:buNone/>
              </a:pPr>
              <a:r>
                <a:rPr lang="en-US" sz="810" b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arkitektur</a:t>
              </a:r>
              <a:endParaRPr lang="en-US" sz="810"/>
            </a:p>
          </p:txBody>
        </p:sp>
        <p:sp>
          <p:nvSpPr>
            <p:cNvPr id="110" name="Text 200">
              <a:extLst>
                <a:ext uri="{FF2B5EF4-FFF2-40B4-BE49-F238E27FC236}">
                  <a16:creationId xmlns:a16="http://schemas.microsoft.com/office/drawing/2014/main" id="{01FD69C2-1FB8-ABB1-3025-4E3738FBB080}"/>
                </a:ext>
              </a:extLst>
            </p:cNvPr>
            <p:cNvSpPr/>
            <p:nvPr/>
          </p:nvSpPr>
          <p:spPr>
            <a:xfrm>
              <a:off x="6839712" y="520293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74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Granskning och krav</a:t>
              </a:r>
              <a:endParaRPr lang="en-US" sz="740"/>
            </a:p>
            <a:p>
              <a:pPr marL="0" indent="0" algn="l">
                <a:buNone/>
              </a:pPr>
              <a:r>
                <a:rPr lang="en-US" sz="74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på lösning och data</a:t>
              </a:r>
              <a:endParaRPr lang="en-US" sz="740"/>
            </a:p>
          </p:txBody>
        </p:sp>
        <p:sp>
          <p:nvSpPr>
            <p:cNvPr id="111" name="Shape 201">
              <a:extLst>
                <a:ext uri="{FF2B5EF4-FFF2-40B4-BE49-F238E27FC236}">
                  <a16:creationId xmlns:a16="http://schemas.microsoft.com/office/drawing/2014/main" id="{D4B28919-4B47-A49B-7F56-827D95456C14}"/>
                </a:ext>
              </a:extLst>
            </p:cNvPr>
            <p:cNvSpPr/>
            <p:nvPr/>
          </p:nvSpPr>
          <p:spPr>
            <a:xfrm>
              <a:off x="8759952" y="4974336"/>
              <a:ext cx="2267712" cy="475488"/>
            </a:xfrm>
            <a:prstGeom prst="roundRect">
              <a:avLst>
                <a:gd name="adj" fmla="val 9615"/>
              </a:avLst>
            </a:prstGeom>
            <a:solidFill>
              <a:srgbClr val="FFF3CE"/>
            </a:solidFill>
            <a:ln w="8890">
              <a:solidFill>
                <a:srgbClr val="FFF3CE"/>
              </a:solidFill>
              <a:prstDash val="solid"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12" name="Text 207">
              <a:extLst>
                <a:ext uri="{FF2B5EF4-FFF2-40B4-BE49-F238E27FC236}">
                  <a16:creationId xmlns:a16="http://schemas.microsoft.com/office/drawing/2014/main" id="{5B258EE7-02CF-8EBB-E4AE-F9D58F6C88F6}"/>
                </a:ext>
              </a:extLst>
            </p:cNvPr>
            <p:cNvSpPr/>
            <p:nvPr/>
          </p:nvSpPr>
          <p:spPr>
            <a:xfrm>
              <a:off x="9235440" y="5010912"/>
              <a:ext cx="1719072" cy="17373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810" b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4. Förvaltning / drift / skolning</a:t>
              </a:r>
              <a:endParaRPr lang="en-US" sz="810"/>
            </a:p>
          </p:txBody>
        </p:sp>
        <p:sp>
          <p:nvSpPr>
            <p:cNvPr id="113" name="Text 208">
              <a:extLst>
                <a:ext uri="{FF2B5EF4-FFF2-40B4-BE49-F238E27FC236}">
                  <a16:creationId xmlns:a16="http://schemas.microsoft.com/office/drawing/2014/main" id="{52710252-DB49-C546-9875-C8B726BC3C47}"/>
                </a:ext>
              </a:extLst>
            </p:cNvPr>
            <p:cNvSpPr/>
            <p:nvPr/>
          </p:nvSpPr>
          <p:spPr>
            <a:xfrm>
              <a:off x="9235440" y="5202936"/>
              <a:ext cx="1719072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74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SLA, support, övervakning,</a:t>
              </a:r>
              <a:endParaRPr lang="en-US" sz="740"/>
            </a:p>
            <a:p>
              <a:pPr marL="0" indent="0" algn="l">
                <a:buNone/>
              </a:pPr>
              <a:r>
                <a:rPr lang="en-US" sz="74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kontinuerlig förbättring</a:t>
              </a:r>
              <a:endParaRPr lang="en-US" sz="740"/>
            </a:p>
          </p:txBody>
        </p:sp>
        <p:sp>
          <p:nvSpPr>
            <p:cNvPr id="114" name="Text 209">
              <a:extLst>
                <a:ext uri="{FF2B5EF4-FFF2-40B4-BE49-F238E27FC236}">
                  <a16:creationId xmlns:a16="http://schemas.microsoft.com/office/drawing/2014/main" id="{7D5419AD-B83D-85B2-282F-F846D23458BC}"/>
                </a:ext>
              </a:extLst>
            </p:cNvPr>
            <p:cNvSpPr/>
            <p:nvPr/>
          </p:nvSpPr>
          <p:spPr>
            <a:xfrm>
              <a:off x="5376672" y="5596128"/>
              <a:ext cx="1417320" cy="16459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80" b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ROLLER OCH ANSVAR</a:t>
              </a:r>
              <a:endParaRPr lang="en-US" sz="880"/>
            </a:p>
          </p:txBody>
        </p:sp>
        <p:sp>
          <p:nvSpPr>
            <p:cNvPr id="115" name="Shape 210">
              <a:extLst>
                <a:ext uri="{FF2B5EF4-FFF2-40B4-BE49-F238E27FC236}">
                  <a16:creationId xmlns:a16="http://schemas.microsoft.com/office/drawing/2014/main" id="{3E68386B-CA7D-A9D3-0295-08A6FBFEF55A}"/>
                </a:ext>
              </a:extLst>
            </p:cNvPr>
            <p:cNvSpPr/>
            <p:nvPr/>
          </p:nvSpPr>
          <p:spPr>
            <a:xfrm>
              <a:off x="1307592" y="5759142"/>
              <a:ext cx="9528048" cy="13716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6000">
                  <a:schemeClr val="accent1">
                    <a:lumMod val="67000"/>
                    <a:lumOff val="33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</a:gradFill>
            <a:ln w="1270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4000">
                    <a:schemeClr val="accent1">
                      <a:lumMod val="67000"/>
                      <a:lumOff val="33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0" scaled="1"/>
                <a:tileRect/>
              </a:gradFill>
              <a:prstDash val="solid"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16" name="Text 217">
              <a:extLst>
                <a:ext uri="{FF2B5EF4-FFF2-40B4-BE49-F238E27FC236}">
                  <a16:creationId xmlns:a16="http://schemas.microsoft.com/office/drawing/2014/main" id="{DDA51DA2-EFD0-C07C-5F41-14520DD1C996}"/>
                </a:ext>
              </a:extLst>
            </p:cNvPr>
            <p:cNvSpPr/>
            <p:nvPr/>
          </p:nvSpPr>
          <p:spPr>
            <a:xfrm>
              <a:off x="640080" y="5925312"/>
              <a:ext cx="1325880" cy="15544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20" b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Mer verksamhet</a:t>
              </a:r>
              <a:endParaRPr lang="en-US" sz="920"/>
            </a:p>
          </p:txBody>
        </p:sp>
        <p:sp>
          <p:nvSpPr>
            <p:cNvPr id="117" name="Text 218">
              <a:extLst>
                <a:ext uri="{FF2B5EF4-FFF2-40B4-BE49-F238E27FC236}">
                  <a16:creationId xmlns:a16="http://schemas.microsoft.com/office/drawing/2014/main" id="{58841C6E-86AE-9045-360B-E4B2B32B99FA}"/>
                </a:ext>
              </a:extLst>
            </p:cNvPr>
            <p:cNvSpPr/>
            <p:nvPr/>
          </p:nvSpPr>
          <p:spPr>
            <a:xfrm>
              <a:off x="640080" y="6089904"/>
              <a:ext cx="1664208" cy="283464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76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Verksamheten driver idéer,</a:t>
              </a:r>
              <a:endParaRPr lang="en-US" sz="760"/>
            </a:p>
            <a:p>
              <a:pPr marL="0" indent="0" algn="l">
                <a:buNone/>
              </a:pPr>
              <a:r>
                <a:rPr lang="en-US" sz="76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bygger och testar i liten skala.</a:t>
              </a:r>
              <a:endParaRPr lang="en-US" sz="760"/>
            </a:p>
          </p:txBody>
        </p:sp>
        <p:sp>
          <p:nvSpPr>
            <p:cNvPr id="118" name="Text 225">
              <a:extLst>
                <a:ext uri="{FF2B5EF4-FFF2-40B4-BE49-F238E27FC236}">
                  <a16:creationId xmlns:a16="http://schemas.microsoft.com/office/drawing/2014/main" id="{50A0A23D-B7ED-7C23-7B1A-36FABB71FF57}"/>
                </a:ext>
              </a:extLst>
            </p:cNvPr>
            <p:cNvSpPr/>
            <p:nvPr/>
          </p:nvSpPr>
          <p:spPr>
            <a:xfrm>
              <a:off x="8988552" y="5925312"/>
              <a:ext cx="1938528" cy="15544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20" b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Mer IT och specialistroller</a:t>
              </a:r>
              <a:endParaRPr lang="en-US" sz="920"/>
            </a:p>
          </p:txBody>
        </p:sp>
        <p:sp>
          <p:nvSpPr>
            <p:cNvPr id="119" name="Text 226">
              <a:extLst>
                <a:ext uri="{FF2B5EF4-FFF2-40B4-BE49-F238E27FC236}">
                  <a16:creationId xmlns:a16="http://schemas.microsoft.com/office/drawing/2014/main" id="{4238D6C6-B4A7-959B-1AD5-8DB4D4BD0300}"/>
                </a:ext>
              </a:extLst>
            </p:cNvPr>
            <p:cNvSpPr/>
            <p:nvPr/>
          </p:nvSpPr>
          <p:spPr>
            <a:xfrm>
              <a:off x="8988552" y="6089904"/>
              <a:ext cx="2331720" cy="283464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73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IT, säkerhet, juridik, arkitektur, infrastruktur m.fl.</a:t>
              </a:r>
              <a:endParaRPr lang="en-US" sz="730"/>
            </a:p>
            <a:p>
              <a:pPr marL="0" indent="0" algn="l">
                <a:buNone/>
              </a:pPr>
              <a:r>
                <a:rPr lang="en-US" sz="73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kopplas in utifrån behov och risk.</a:t>
              </a:r>
              <a:endParaRPr lang="en-US" sz="730"/>
            </a:p>
          </p:txBody>
        </p:sp>
        <p:sp>
          <p:nvSpPr>
            <p:cNvPr id="120" name="Shape 227">
              <a:extLst>
                <a:ext uri="{FF2B5EF4-FFF2-40B4-BE49-F238E27FC236}">
                  <a16:creationId xmlns:a16="http://schemas.microsoft.com/office/drawing/2014/main" id="{B031616F-9C75-81C4-FA71-C3F47551C466}"/>
                </a:ext>
              </a:extLst>
            </p:cNvPr>
            <p:cNvSpPr/>
            <p:nvPr/>
          </p:nvSpPr>
          <p:spPr>
            <a:xfrm>
              <a:off x="2450592" y="6099048"/>
              <a:ext cx="2240280" cy="1"/>
            </a:xfrm>
            <a:prstGeom prst="line">
              <a:avLst/>
            </a:prstGeom>
            <a:noFill/>
            <a:ln w="8255">
              <a:solidFill>
                <a:srgbClr val="113B72"/>
              </a:solidFill>
              <a:prstDash val="solid"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21" name="Text 228">
              <a:extLst>
                <a:ext uri="{FF2B5EF4-FFF2-40B4-BE49-F238E27FC236}">
                  <a16:creationId xmlns:a16="http://schemas.microsoft.com/office/drawing/2014/main" id="{8EFC5A32-BB01-784E-633D-8B8D65520C5C}"/>
                </a:ext>
              </a:extLst>
            </p:cNvPr>
            <p:cNvSpPr/>
            <p:nvPr/>
          </p:nvSpPr>
          <p:spPr>
            <a:xfrm>
              <a:off x="4736592" y="5998464"/>
              <a:ext cx="21945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20" b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Gemensamt ansvar och samverkan</a:t>
              </a:r>
              <a:endParaRPr lang="en-US" sz="820"/>
            </a:p>
          </p:txBody>
        </p:sp>
        <p:sp>
          <p:nvSpPr>
            <p:cNvPr id="122" name="Shape 229">
              <a:extLst>
                <a:ext uri="{FF2B5EF4-FFF2-40B4-BE49-F238E27FC236}">
                  <a16:creationId xmlns:a16="http://schemas.microsoft.com/office/drawing/2014/main" id="{C2FB3ED4-E469-E14F-DC80-EF533C664D45}"/>
                </a:ext>
              </a:extLst>
            </p:cNvPr>
            <p:cNvSpPr/>
            <p:nvPr/>
          </p:nvSpPr>
          <p:spPr>
            <a:xfrm>
              <a:off x="6976872" y="6099048"/>
              <a:ext cx="1618488" cy="1"/>
            </a:xfrm>
            <a:prstGeom prst="line">
              <a:avLst/>
            </a:prstGeom>
            <a:noFill/>
            <a:ln w="8255">
              <a:solidFill>
                <a:srgbClr val="113B72"/>
              </a:solidFill>
              <a:prstDash val="solid"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23" name="Shape 230">
              <a:extLst>
                <a:ext uri="{FF2B5EF4-FFF2-40B4-BE49-F238E27FC236}">
                  <a16:creationId xmlns:a16="http://schemas.microsoft.com/office/drawing/2014/main" id="{18383F47-4B9A-ADBC-4078-16762E408516}"/>
                </a:ext>
              </a:extLst>
            </p:cNvPr>
            <p:cNvSpPr/>
            <p:nvPr/>
          </p:nvSpPr>
          <p:spPr>
            <a:xfrm>
              <a:off x="1371600" y="6400800"/>
              <a:ext cx="9582912" cy="320040"/>
            </a:xfrm>
            <a:prstGeom prst="roundRect">
              <a:avLst>
                <a:gd name="adj" fmla="val 14286"/>
              </a:avLst>
            </a:prstGeom>
            <a:solidFill>
              <a:srgbClr val="EAF3DE"/>
            </a:solidFill>
            <a:ln w="8890">
              <a:solidFill>
                <a:srgbClr val="EAF3DE"/>
              </a:solidFill>
              <a:prstDash val="solid"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24" name="Text 231">
              <a:extLst>
                <a:ext uri="{FF2B5EF4-FFF2-40B4-BE49-F238E27FC236}">
                  <a16:creationId xmlns:a16="http://schemas.microsoft.com/office/drawing/2014/main" id="{0A399D6F-6543-D8CE-A9AA-128C4F4E354F}"/>
                </a:ext>
              </a:extLst>
            </p:cNvPr>
            <p:cNvSpPr/>
            <p:nvPr/>
          </p:nvSpPr>
          <p:spPr>
            <a:xfrm>
              <a:off x="2340864" y="6446520"/>
              <a:ext cx="384048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API</a:t>
              </a:r>
              <a:endParaRPr lang="en-US" sz="1200"/>
            </a:p>
          </p:txBody>
        </p:sp>
        <p:sp>
          <p:nvSpPr>
            <p:cNvPr id="125" name="Text 232">
              <a:extLst>
                <a:ext uri="{FF2B5EF4-FFF2-40B4-BE49-F238E27FC236}">
                  <a16:creationId xmlns:a16="http://schemas.microsoft.com/office/drawing/2014/main" id="{92A7E911-5BA0-64C5-1A35-5C4F80153B0C}"/>
                </a:ext>
              </a:extLst>
            </p:cNvPr>
            <p:cNvSpPr/>
            <p:nvPr/>
          </p:nvSpPr>
          <p:spPr>
            <a:xfrm>
              <a:off x="2907792" y="6446520"/>
              <a:ext cx="1920240" cy="16459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/>
            </a:bodyPr>
            <a:lstStyle/>
            <a:p>
              <a:pPr marL="0" indent="0" algn="l">
                <a:buNone/>
              </a:pPr>
              <a:r>
                <a:rPr lang="en-US" sz="920" b="1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Gemensamma API:er och plattform</a:t>
              </a:r>
              <a:endParaRPr lang="en-US" sz="920"/>
            </a:p>
          </p:txBody>
        </p:sp>
        <p:sp>
          <p:nvSpPr>
            <p:cNvPr id="126" name="Text 233">
              <a:extLst>
                <a:ext uri="{FF2B5EF4-FFF2-40B4-BE49-F238E27FC236}">
                  <a16:creationId xmlns:a16="http://schemas.microsoft.com/office/drawing/2014/main" id="{3B2D0FC8-352D-8571-6424-CCA07E0D3411}"/>
                </a:ext>
              </a:extLst>
            </p:cNvPr>
            <p:cNvSpPr/>
            <p:nvPr/>
          </p:nvSpPr>
          <p:spPr>
            <a:xfrm>
              <a:off x="4864608" y="6446520"/>
              <a:ext cx="841248" cy="16459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72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(möjliggörare)</a:t>
              </a:r>
              <a:endParaRPr lang="en-US" sz="720"/>
            </a:p>
          </p:txBody>
        </p:sp>
        <p:sp>
          <p:nvSpPr>
            <p:cNvPr id="127" name="Text 234">
              <a:extLst>
                <a:ext uri="{FF2B5EF4-FFF2-40B4-BE49-F238E27FC236}">
                  <a16:creationId xmlns:a16="http://schemas.microsoft.com/office/drawing/2014/main" id="{9BFF35FC-5015-1ABA-D41E-5AE2283D94D9}"/>
                </a:ext>
              </a:extLst>
            </p:cNvPr>
            <p:cNvSpPr/>
            <p:nvPr/>
          </p:nvSpPr>
          <p:spPr>
            <a:xfrm>
              <a:off x="5879592" y="6446520"/>
              <a:ext cx="4498848" cy="16459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30">
                  <a:solidFill>
                    <a:srgbClr val="0B2F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Säkra och kontrollerade API:er gör det enklare att bygga, dela och återanvända på ett tryggt sätt.</a:t>
              </a:r>
              <a:endParaRPr lang="en-US" sz="730"/>
            </a:p>
          </p:txBody>
        </p:sp>
        <p:pic>
          <p:nvPicPr>
            <p:cNvPr id="133" name="Image 7">
              <a:extLst>
                <a:ext uri="{FF2B5EF4-FFF2-40B4-BE49-F238E27FC236}">
                  <a16:creationId xmlns:a16="http://schemas.microsoft.com/office/drawing/2014/main" id="{CC978239-3AFD-0894-FE8F-6EDC040FBB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070051" y="5461874"/>
              <a:ext cx="602590" cy="602590"/>
            </a:xfrm>
            <a:prstGeom prst="rect">
              <a:avLst/>
            </a:prstGeom>
          </p:spPr>
        </p:pic>
        <p:pic>
          <p:nvPicPr>
            <p:cNvPr id="134" name="Image 7">
              <a:extLst>
                <a:ext uri="{FF2B5EF4-FFF2-40B4-BE49-F238E27FC236}">
                  <a16:creationId xmlns:a16="http://schemas.microsoft.com/office/drawing/2014/main" id="{21CD6796-99B5-2FC4-7DD7-55740A330F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8912" y="5392114"/>
              <a:ext cx="602590" cy="602590"/>
            </a:xfrm>
            <a:prstGeom prst="rect">
              <a:avLst/>
            </a:prstGeom>
          </p:spPr>
        </p:pic>
        <p:pic>
          <p:nvPicPr>
            <p:cNvPr id="140" name="Image 15">
              <a:extLst>
                <a:ext uri="{FF2B5EF4-FFF2-40B4-BE49-F238E27FC236}">
                  <a16:creationId xmlns:a16="http://schemas.microsoft.com/office/drawing/2014/main" id="{EDA6C63D-705A-09A6-581A-E21AC0D5E1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695944" y="4946904"/>
              <a:ext cx="512064" cy="512064"/>
            </a:xfrm>
            <a:prstGeom prst="rect">
              <a:avLst/>
            </a:prstGeom>
          </p:spPr>
        </p:pic>
        <p:pic>
          <p:nvPicPr>
            <p:cNvPr id="141" name="Image 14">
              <a:extLst>
                <a:ext uri="{FF2B5EF4-FFF2-40B4-BE49-F238E27FC236}">
                  <a16:creationId xmlns:a16="http://schemas.microsoft.com/office/drawing/2014/main" id="{69571DF9-299F-AE30-A177-BE9CD43518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377854" y="4964130"/>
              <a:ext cx="498952" cy="498952"/>
            </a:xfrm>
            <a:prstGeom prst="rect">
              <a:avLst/>
            </a:prstGeom>
          </p:spPr>
        </p:pic>
        <p:pic>
          <p:nvPicPr>
            <p:cNvPr id="142" name="Image 13">
              <a:extLst>
                <a:ext uri="{FF2B5EF4-FFF2-40B4-BE49-F238E27FC236}">
                  <a16:creationId xmlns:a16="http://schemas.microsoft.com/office/drawing/2014/main" id="{7C743F81-CF94-059E-15E3-B5A0E07F4C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590124" y="5003976"/>
              <a:ext cx="445848" cy="445848"/>
            </a:xfrm>
            <a:prstGeom prst="rect">
              <a:avLst/>
            </a:prstGeom>
          </p:spPr>
        </p:pic>
        <p:pic>
          <p:nvPicPr>
            <p:cNvPr id="143" name="Image 12">
              <a:extLst>
                <a:ext uri="{FF2B5EF4-FFF2-40B4-BE49-F238E27FC236}">
                  <a16:creationId xmlns:a16="http://schemas.microsoft.com/office/drawing/2014/main" id="{BA6176DF-412B-A80D-6422-4EF934BA06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6019" y="5008390"/>
              <a:ext cx="441434" cy="441434"/>
            </a:xfrm>
            <a:prstGeom prst="rect">
              <a:avLst/>
            </a:prstGeom>
          </p:spPr>
        </p:pic>
      </p:grpSp>
      <p:grpSp>
        <p:nvGrpSpPr>
          <p:cNvPr id="6" name="Grupp 5">
            <a:extLst>
              <a:ext uri="{FF2B5EF4-FFF2-40B4-BE49-F238E27FC236}">
                <a16:creationId xmlns:a16="http://schemas.microsoft.com/office/drawing/2014/main" id="{22F99421-8D10-FFA9-B793-72F425184B65}"/>
              </a:ext>
            </a:extLst>
          </p:cNvPr>
          <p:cNvGrpSpPr/>
          <p:nvPr/>
        </p:nvGrpSpPr>
        <p:grpSpPr>
          <a:xfrm>
            <a:off x="219456" y="1572768"/>
            <a:ext cx="11603736" cy="3127248"/>
            <a:chOff x="219456" y="1572768"/>
            <a:chExt cx="11603736" cy="3127248"/>
          </a:xfrm>
        </p:grpSpPr>
        <p:sp>
          <p:nvSpPr>
            <p:cNvPr id="51" name="Shape 102">
              <a:extLst>
                <a:ext uri="{FF2B5EF4-FFF2-40B4-BE49-F238E27FC236}">
                  <a16:creationId xmlns:a16="http://schemas.microsoft.com/office/drawing/2014/main" id="{9DC25135-3523-6F1D-29F7-FD6B9E492612}"/>
                </a:ext>
              </a:extLst>
            </p:cNvPr>
            <p:cNvSpPr/>
            <p:nvPr/>
          </p:nvSpPr>
          <p:spPr>
            <a:xfrm>
              <a:off x="8074152" y="1572768"/>
              <a:ext cx="1024128" cy="210312"/>
            </a:xfrm>
            <a:prstGeom prst="roundRect">
              <a:avLst>
                <a:gd name="adj" fmla="val 34783"/>
              </a:avLst>
            </a:prstGeom>
            <a:solidFill>
              <a:srgbClr val="113B72"/>
            </a:solidFill>
            <a:ln w="8890">
              <a:solidFill>
                <a:srgbClr val="113B72"/>
              </a:solidFill>
              <a:prstDash val="solid"/>
            </a:ln>
          </p:spPr>
          <p:txBody>
            <a:bodyPr/>
            <a:lstStyle/>
            <a:p>
              <a:endParaRPr lang="sv-SE"/>
            </a:p>
          </p:txBody>
        </p:sp>
        <p:grpSp>
          <p:nvGrpSpPr>
            <p:cNvPr id="4" name="Grupp 3">
              <a:extLst>
                <a:ext uri="{FF2B5EF4-FFF2-40B4-BE49-F238E27FC236}">
                  <a16:creationId xmlns:a16="http://schemas.microsoft.com/office/drawing/2014/main" id="{C8942165-59B5-9795-4E24-AECD9AEAB0C4}"/>
                </a:ext>
              </a:extLst>
            </p:cNvPr>
            <p:cNvGrpSpPr/>
            <p:nvPr/>
          </p:nvGrpSpPr>
          <p:grpSpPr>
            <a:xfrm>
              <a:off x="219456" y="1572768"/>
              <a:ext cx="11603736" cy="3127248"/>
              <a:chOff x="219456" y="1572768"/>
              <a:chExt cx="11603736" cy="3127248"/>
            </a:xfrm>
          </p:grpSpPr>
          <p:sp>
            <p:nvSpPr>
              <p:cNvPr id="52" name="Text 103">
                <a:extLst>
                  <a:ext uri="{FF2B5EF4-FFF2-40B4-BE49-F238E27FC236}">
                    <a16:creationId xmlns:a16="http://schemas.microsoft.com/office/drawing/2014/main" id="{B8DF6495-7AC7-BD58-CFE9-979CEFA35815}"/>
                  </a:ext>
                </a:extLst>
              </p:cNvPr>
              <p:cNvSpPr/>
              <p:nvPr/>
            </p:nvSpPr>
            <p:spPr>
              <a:xfrm>
                <a:off x="8074152" y="1572768"/>
                <a:ext cx="1024128" cy="210312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PORTFÖLJ</a:t>
                </a:r>
                <a:endParaRPr lang="en-US" sz="1100" dirty="0"/>
              </a:p>
            </p:txBody>
          </p:sp>
          <p:grpSp>
            <p:nvGrpSpPr>
              <p:cNvPr id="2" name="Grupp 1">
                <a:extLst>
                  <a:ext uri="{FF2B5EF4-FFF2-40B4-BE49-F238E27FC236}">
                    <a16:creationId xmlns:a16="http://schemas.microsoft.com/office/drawing/2014/main" id="{5C912BAE-3E1F-7027-3DB5-9468FB181B2D}"/>
                  </a:ext>
                </a:extLst>
              </p:cNvPr>
              <p:cNvGrpSpPr/>
              <p:nvPr/>
            </p:nvGrpSpPr>
            <p:grpSpPr>
              <a:xfrm>
                <a:off x="219456" y="1683410"/>
                <a:ext cx="11603736" cy="3016606"/>
                <a:chOff x="219456" y="1683410"/>
                <a:chExt cx="11603736" cy="3016606"/>
              </a:xfrm>
            </p:grpSpPr>
            <p:sp>
              <p:nvSpPr>
                <p:cNvPr id="15" name="Shape 143">
                  <a:extLst>
                    <a:ext uri="{FF2B5EF4-FFF2-40B4-BE49-F238E27FC236}">
                      <a16:creationId xmlns:a16="http://schemas.microsoft.com/office/drawing/2014/main" id="{6570AFDA-DC05-BA4D-CFD1-B979557D1271}"/>
                    </a:ext>
                  </a:extLst>
                </p:cNvPr>
                <p:cNvSpPr/>
                <p:nvPr/>
              </p:nvSpPr>
              <p:spPr>
                <a:xfrm>
                  <a:off x="4160520" y="2587751"/>
                  <a:ext cx="1783080" cy="1557849"/>
                </a:xfrm>
                <a:prstGeom prst="roundRect">
                  <a:avLst>
                    <a:gd name="adj" fmla="val 5128"/>
                  </a:avLst>
                </a:prstGeom>
                <a:solidFill>
                  <a:srgbClr val="EFF6FD"/>
                </a:solidFill>
                <a:ln w="8890">
                  <a:solidFill>
                    <a:srgbClr val="D9EAFB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50" name="Shape 101">
                  <a:extLst>
                    <a:ext uri="{FF2B5EF4-FFF2-40B4-BE49-F238E27FC236}">
                      <a16:creationId xmlns:a16="http://schemas.microsoft.com/office/drawing/2014/main" id="{142296FF-B00D-1F3B-D8BC-594F8B42B129}"/>
                    </a:ext>
                  </a:extLst>
                </p:cNvPr>
                <p:cNvSpPr/>
                <p:nvPr/>
              </p:nvSpPr>
              <p:spPr>
                <a:xfrm>
                  <a:off x="6355080" y="1737360"/>
                  <a:ext cx="4727448" cy="484632"/>
                </a:xfrm>
                <a:prstGeom prst="roundRect">
                  <a:avLst/>
                </a:prstGeom>
                <a:solidFill>
                  <a:srgbClr val="FFFFFF">
                    <a:alpha val="0"/>
                  </a:srgbClr>
                </a:solidFill>
                <a:ln w="12700">
                  <a:solidFill>
                    <a:srgbClr val="113B72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53" name="Text 110">
                  <a:extLst>
                    <a:ext uri="{FF2B5EF4-FFF2-40B4-BE49-F238E27FC236}">
                      <a16:creationId xmlns:a16="http://schemas.microsoft.com/office/drawing/2014/main" id="{D9FA8D59-41AE-5DA1-DD58-4579B98D9C4D}"/>
                    </a:ext>
                  </a:extLst>
                </p:cNvPr>
                <p:cNvSpPr/>
                <p:nvPr/>
              </p:nvSpPr>
              <p:spPr>
                <a:xfrm>
                  <a:off x="7022592" y="1801368"/>
                  <a:ext cx="1938528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" tIns="381" rIns="381" bIns="381" rtlCol="0" anchor="ctr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en-US" sz="735">
                      <a:solidFill>
                        <a:srgbClr val="0B2F5E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Fångar upp initiativ som ska skalas</a:t>
                  </a:r>
                  <a:endParaRPr lang="en-US" sz="735"/>
                </a:p>
                <a:p>
                  <a:pPr marL="0" indent="0" algn="l">
                    <a:buNone/>
                  </a:pPr>
                  <a:r>
                    <a:rPr lang="en-US" sz="735">
                      <a:solidFill>
                        <a:srgbClr val="0B2F5E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Prioriterar mellan PoC / Pilot</a:t>
                  </a:r>
                  <a:endParaRPr lang="en-US" sz="735"/>
                </a:p>
                <a:p>
                  <a:pPr marL="0" indent="0" algn="l">
                    <a:buNone/>
                  </a:pPr>
                  <a:r>
                    <a:rPr lang="en-US" sz="735">
                      <a:solidFill>
                        <a:srgbClr val="0B2F5E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Säkerställer rätt investering</a:t>
                  </a:r>
                  <a:endParaRPr lang="en-US" sz="735"/>
                </a:p>
              </p:txBody>
            </p:sp>
            <p:sp>
              <p:nvSpPr>
                <p:cNvPr id="54" name="Shape 111">
                  <a:extLst>
                    <a:ext uri="{FF2B5EF4-FFF2-40B4-BE49-F238E27FC236}">
                      <a16:creationId xmlns:a16="http://schemas.microsoft.com/office/drawing/2014/main" id="{43C74F37-406A-78B5-93BA-9D0264B661AC}"/>
                    </a:ext>
                  </a:extLst>
                </p:cNvPr>
                <p:cNvSpPr/>
                <p:nvPr/>
              </p:nvSpPr>
              <p:spPr>
                <a:xfrm>
                  <a:off x="8714232" y="1810512"/>
                  <a:ext cx="1" cy="338328"/>
                </a:xfrm>
                <a:prstGeom prst="line">
                  <a:avLst/>
                </a:prstGeom>
                <a:noFill/>
                <a:ln w="8890">
                  <a:solidFill>
                    <a:srgbClr val="A6B4C2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55" name="Text 112">
                  <a:extLst>
                    <a:ext uri="{FF2B5EF4-FFF2-40B4-BE49-F238E27FC236}">
                      <a16:creationId xmlns:a16="http://schemas.microsoft.com/office/drawing/2014/main" id="{5A3F7865-A781-27FE-4369-DF9AF61D9AC7}"/>
                    </a:ext>
                  </a:extLst>
                </p:cNvPr>
                <p:cNvSpPr/>
                <p:nvPr/>
              </p:nvSpPr>
              <p:spPr>
                <a:xfrm>
                  <a:off x="8887968" y="1810512"/>
                  <a:ext cx="1783080" cy="329184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" tIns="381" rIns="381" bIns="381" rtlCol="0" anchor="ctr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en-US" sz="735">
                      <a:solidFill>
                        <a:srgbClr val="0B2F5E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Portföljen avgör inte vilka idéer som testas</a:t>
                  </a:r>
                  <a:endParaRPr lang="en-US" sz="735"/>
                </a:p>
                <a:p>
                  <a:pPr marL="0" indent="0" algn="l">
                    <a:buNone/>
                  </a:pPr>
                  <a:r>
                    <a:rPr lang="en-US" sz="735">
                      <a:solidFill>
                        <a:srgbClr val="0B2F5E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– utan vilka som ska skalas.</a:t>
                  </a:r>
                  <a:endParaRPr lang="en-US" sz="735"/>
                </a:p>
              </p:txBody>
            </p:sp>
            <p:sp>
              <p:nvSpPr>
                <p:cNvPr id="56" name="Shape 114">
                  <a:extLst>
                    <a:ext uri="{FF2B5EF4-FFF2-40B4-BE49-F238E27FC236}">
                      <a16:creationId xmlns:a16="http://schemas.microsoft.com/office/drawing/2014/main" id="{8641B5CB-5DF2-AD00-75A8-B268A7E2F4C8}"/>
                    </a:ext>
                  </a:extLst>
                </p:cNvPr>
                <p:cNvSpPr/>
                <p:nvPr/>
              </p:nvSpPr>
              <p:spPr>
                <a:xfrm>
                  <a:off x="7278624" y="2221992"/>
                  <a:ext cx="1" cy="128016"/>
                </a:xfrm>
                <a:prstGeom prst="line">
                  <a:avLst/>
                </a:prstGeom>
                <a:noFill/>
                <a:ln w="12700">
                  <a:solidFill>
                    <a:srgbClr val="113B72"/>
                  </a:solidFill>
                  <a:prstDash val="solid"/>
                  <a:tailEnd type="triangle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57" name="Shape 115">
                  <a:extLst>
                    <a:ext uri="{FF2B5EF4-FFF2-40B4-BE49-F238E27FC236}">
                      <a16:creationId xmlns:a16="http://schemas.microsoft.com/office/drawing/2014/main" id="{3508EFDA-905F-DF0D-9871-2C220E4E73FB}"/>
                    </a:ext>
                  </a:extLst>
                </p:cNvPr>
                <p:cNvSpPr/>
                <p:nvPr/>
              </p:nvSpPr>
              <p:spPr>
                <a:xfrm>
                  <a:off x="9674352" y="2221992"/>
                  <a:ext cx="1" cy="128016"/>
                </a:xfrm>
                <a:prstGeom prst="line">
                  <a:avLst/>
                </a:prstGeom>
                <a:noFill/>
                <a:ln w="12700">
                  <a:solidFill>
                    <a:srgbClr val="113B72"/>
                  </a:solidFill>
                  <a:prstDash val="solid"/>
                  <a:tailEnd type="triangle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58" name="Text 116">
                  <a:extLst>
                    <a:ext uri="{FF2B5EF4-FFF2-40B4-BE49-F238E27FC236}">
                      <a16:creationId xmlns:a16="http://schemas.microsoft.com/office/drawing/2014/main" id="{4CBE46BE-B111-1958-4F70-6FB59A45CB8E}"/>
                    </a:ext>
                  </a:extLst>
                </p:cNvPr>
                <p:cNvSpPr/>
                <p:nvPr/>
              </p:nvSpPr>
              <p:spPr>
                <a:xfrm>
                  <a:off x="256032" y="2633472"/>
                  <a:ext cx="713232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" tIns="381" rIns="381" bIns="381" rtlCol="0" anchor="ctr">
                  <a:normAutofit fontScale="92500" lnSpcReduction="10000"/>
                </a:bodyPr>
                <a:lstStyle/>
                <a:p>
                  <a:pPr marL="0" indent="0" algn="ctr">
                    <a:buNone/>
                  </a:pPr>
                  <a:r>
                    <a:rPr lang="en-US" sz="880" b="1" dirty="0" err="1">
                      <a:solidFill>
                        <a:srgbClr val="0B2F5E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Många</a:t>
                  </a:r>
                  <a:r>
                    <a:rPr lang="en-US" sz="880" b="1" dirty="0">
                      <a:solidFill>
                        <a:srgbClr val="0B2F5E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880" b="1" dirty="0" err="1">
                      <a:solidFill>
                        <a:srgbClr val="0B2F5E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idéer</a:t>
                  </a:r>
                  <a:endParaRPr lang="en-US" sz="880" dirty="0"/>
                </a:p>
                <a:p>
                  <a:pPr marL="0" indent="0" algn="ctr">
                    <a:buNone/>
                  </a:pPr>
                  <a:r>
                    <a:rPr lang="en-US" sz="880" b="1" dirty="0" err="1">
                      <a:solidFill>
                        <a:srgbClr val="0B2F5E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många</a:t>
                  </a:r>
                  <a:r>
                    <a:rPr lang="en-US" sz="880" b="1" dirty="0">
                      <a:solidFill>
                        <a:srgbClr val="0B2F5E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880" b="1" dirty="0" err="1">
                      <a:solidFill>
                        <a:srgbClr val="0B2F5E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möjliga</a:t>
                  </a:r>
                  <a:endParaRPr lang="en-US" sz="880" dirty="0"/>
                </a:p>
                <a:p>
                  <a:pPr marL="0" indent="0" algn="ctr">
                    <a:buNone/>
                  </a:pPr>
                  <a:r>
                    <a:rPr lang="en-US" sz="880" b="1" dirty="0" err="1">
                      <a:solidFill>
                        <a:srgbClr val="0B2F5E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vägar</a:t>
                  </a:r>
                  <a:endParaRPr lang="en-US" sz="880" dirty="0"/>
                </a:p>
              </p:txBody>
            </p:sp>
            <p:sp>
              <p:nvSpPr>
                <p:cNvPr id="59" name="Shape 117">
                  <a:extLst>
                    <a:ext uri="{FF2B5EF4-FFF2-40B4-BE49-F238E27FC236}">
                      <a16:creationId xmlns:a16="http://schemas.microsoft.com/office/drawing/2014/main" id="{A1AD0FCD-FB5C-E668-93E2-1F9F05727621}"/>
                    </a:ext>
                  </a:extLst>
                </p:cNvPr>
                <p:cNvSpPr/>
                <p:nvPr/>
              </p:nvSpPr>
              <p:spPr>
                <a:xfrm>
                  <a:off x="219456" y="3200400"/>
                  <a:ext cx="128016" cy="128016"/>
                </a:xfrm>
                <a:prstGeom prst="ellipse">
                  <a:avLst/>
                </a:prstGeom>
                <a:solidFill>
                  <a:srgbClr val="113B72"/>
                </a:solidFill>
                <a:ln w="6350">
                  <a:solidFill>
                    <a:srgbClr val="113B72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60" name="Shape 118">
                  <a:extLst>
                    <a:ext uri="{FF2B5EF4-FFF2-40B4-BE49-F238E27FC236}">
                      <a16:creationId xmlns:a16="http://schemas.microsoft.com/office/drawing/2014/main" id="{DB7F9E9B-2F91-6C09-236C-087C760DF263}"/>
                    </a:ext>
                  </a:extLst>
                </p:cNvPr>
                <p:cNvSpPr/>
                <p:nvPr/>
              </p:nvSpPr>
              <p:spPr>
                <a:xfrm>
                  <a:off x="429768" y="3136392"/>
                  <a:ext cx="128016" cy="128016"/>
                </a:xfrm>
                <a:prstGeom prst="ellipse">
                  <a:avLst/>
                </a:prstGeom>
                <a:solidFill>
                  <a:srgbClr val="113B72"/>
                </a:solidFill>
                <a:ln w="6350">
                  <a:solidFill>
                    <a:srgbClr val="113B72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61" name="Shape 119">
                  <a:extLst>
                    <a:ext uri="{FF2B5EF4-FFF2-40B4-BE49-F238E27FC236}">
                      <a16:creationId xmlns:a16="http://schemas.microsoft.com/office/drawing/2014/main" id="{411AF70C-DBC2-61BC-A3CE-165D08514D96}"/>
                    </a:ext>
                  </a:extLst>
                </p:cNvPr>
                <p:cNvSpPr/>
                <p:nvPr/>
              </p:nvSpPr>
              <p:spPr>
                <a:xfrm>
                  <a:off x="649224" y="3200400"/>
                  <a:ext cx="128016" cy="128016"/>
                </a:xfrm>
                <a:prstGeom prst="ellipse">
                  <a:avLst/>
                </a:prstGeom>
                <a:solidFill>
                  <a:srgbClr val="113B72"/>
                </a:solidFill>
                <a:ln w="6350">
                  <a:solidFill>
                    <a:srgbClr val="113B72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62" name="Shape 120">
                  <a:extLst>
                    <a:ext uri="{FF2B5EF4-FFF2-40B4-BE49-F238E27FC236}">
                      <a16:creationId xmlns:a16="http://schemas.microsoft.com/office/drawing/2014/main" id="{28DC38F0-640E-3B80-37BD-34CC282FA553}"/>
                    </a:ext>
                  </a:extLst>
                </p:cNvPr>
                <p:cNvSpPr/>
                <p:nvPr/>
              </p:nvSpPr>
              <p:spPr>
                <a:xfrm>
                  <a:off x="310896" y="3383280"/>
                  <a:ext cx="128016" cy="128016"/>
                </a:xfrm>
                <a:prstGeom prst="ellipse">
                  <a:avLst/>
                </a:prstGeom>
                <a:solidFill>
                  <a:srgbClr val="113B72"/>
                </a:solidFill>
                <a:ln w="6350">
                  <a:solidFill>
                    <a:srgbClr val="113B72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63" name="Shape 121">
                  <a:extLst>
                    <a:ext uri="{FF2B5EF4-FFF2-40B4-BE49-F238E27FC236}">
                      <a16:creationId xmlns:a16="http://schemas.microsoft.com/office/drawing/2014/main" id="{DE3CC24B-6DC7-BFD6-B9CF-EFC3B505D7D1}"/>
                    </a:ext>
                  </a:extLst>
                </p:cNvPr>
                <p:cNvSpPr/>
                <p:nvPr/>
              </p:nvSpPr>
              <p:spPr>
                <a:xfrm>
                  <a:off x="548640" y="3364992"/>
                  <a:ext cx="128016" cy="128016"/>
                </a:xfrm>
                <a:prstGeom prst="ellipse">
                  <a:avLst/>
                </a:prstGeom>
                <a:solidFill>
                  <a:srgbClr val="113B72"/>
                </a:solidFill>
                <a:ln w="6350">
                  <a:solidFill>
                    <a:srgbClr val="113B72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64" name="Shape 122">
                  <a:extLst>
                    <a:ext uri="{FF2B5EF4-FFF2-40B4-BE49-F238E27FC236}">
                      <a16:creationId xmlns:a16="http://schemas.microsoft.com/office/drawing/2014/main" id="{027623A0-B704-BE6A-F08E-3B4EDCC8F31C}"/>
                    </a:ext>
                  </a:extLst>
                </p:cNvPr>
                <p:cNvSpPr/>
                <p:nvPr/>
              </p:nvSpPr>
              <p:spPr>
                <a:xfrm>
                  <a:off x="786384" y="3374136"/>
                  <a:ext cx="128016" cy="128016"/>
                </a:xfrm>
                <a:prstGeom prst="ellipse">
                  <a:avLst/>
                </a:prstGeom>
                <a:solidFill>
                  <a:srgbClr val="113B72"/>
                </a:solidFill>
                <a:ln w="6350">
                  <a:solidFill>
                    <a:srgbClr val="113B72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65" name="Shape 123">
                  <a:extLst>
                    <a:ext uri="{FF2B5EF4-FFF2-40B4-BE49-F238E27FC236}">
                      <a16:creationId xmlns:a16="http://schemas.microsoft.com/office/drawing/2014/main" id="{0F6D9CD9-0168-D508-26A0-19E3419148CB}"/>
                    </a:ext>
                  </a:extLst>
                </p:cNvPr>
                <p:cNvSpPr/>
                <p:nvPr/>
              </p:nvSpPr>
              <p:spPr>
                <a:xfrm>
                  <a:off x="228600" y="3584448"/>
                  <a:ext cx="128016" cy="128016"/>
                </a:xfrm>
                <a:prstGeom prst="ellipse">
                  <a:avLst/>
                </a:prstGeom>
                <a:solidFill>
                  <a:srgbClr val="113B72"/>
                </a:solidFill>
                <a:ln w="6350">
                  <a:solidFill>
                    <a:srgbClr val="113B72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66" name="Shape 124">
                  <a:extLst>
                    <a:ext uri="{FF2B5EF4-FFF2-40B4-BE49-F238E27FC236}">
                      <a16:creationId xmlns:a16="http://schemas.microsoft.com/office/drawing/2014/main" id="{F28A00BD-4CF4-457C-92D7-5E349E287959}"/>
                    </a:ext>
                  </a:extLst>
                </p:cNvPr>
                <p:cNvSpPr/>
                <p:nvPr/>
              </p:nvSpPr>
              <p:spPr>
                <a:xfrm>
                  <a:off x="475488" y="3575304"/>
                  <a:ext cx="128016" cy="128016"/>
                </a:xfrm>
                <a:prstGeom prst="ellipse">
                  <a:avLst/>
                </a:prstGeom>
                <a:solidFill>
                  <a:srgbClr val="113B72"/>
                </a:solidFill>
                <a:ln w="6350">
                  <a:solidFill>
                    <a:srgbClr val="113B72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67" name="Shape 125">
                  <a:extLst>
                    <a:ext uri="{FF2B5EF4-FFF2-40B4-BE49-F238E27FC236}">
                      <a16:creationId xmlns:a16="http://schemas.microsoft.com/office/drawing/2014/main" id="{AE33C8DF-9C08-EFAF-44F5-CCB3F995C7ED}"/>
                    </a:ext>
                  </a:extLst>
                </p:cNvPr>
                <p:cNvSpPr/>
                <p:nvPr/>
              </p:nvSpPr>
              <p:spPr>
                <a:xfrm>
                  <a:off x="704088" y="3602736"/>
                  <a:ext cx="128016" cy="128016"/>
                </a:xfrm>
                <a:prstGeom prst="ellipse">
                  <a:avLst/>
                </a:prstGeom>
                <a:solidFill>
                  <a:srgbClr val="113B72"/>
                </a:solidFill>
                <a:ln w="6350">
                  <a:solidFill>
                    <a:srgbClr val="113B72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68" name="Shape 126">
                  <a:extLst>
                    <a:ext uri="{FF2B5EF4-FFF2-40B4-BE49-F238E27FC236}">
                      <a16:creationId xmlns:a16="http://schemas.microsoft.com/office/drawing/2014/main" id="{78151447-3EE5-1352-61B1-B30181BA0F7A}"/>
                    </a:ext>
                  </a:extLst>
                </p:cNvPr>
                <p:cNvSpPr/>
                <p:nvPr/>
              </p:nvSpPr>
              <p:spPr>
                <a:xfrm>
                  <a:off x="384048" y="3767328"/>
                  <a:ext cx="128016" cy="128016"/>
                </a:xfrm>
                <a:prstGeom prst="ellipse">
                  <a:avLst/>
                </a:prstGeom>
                <a:solidFill>
                  <a:srgbClr val="113B72"/>
                </a:solidFill>
                <a:ln w="6350">
                  <a:solidFill>
                    <a:srgbClr val="113B72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69" name="Shape 127">
                  <a:extLst>
                    <a:ext uri="{FF2B5EF4-FFF2-40B4-BE49-F238E27FC236}">
                      <a16:creationId xmlns:a16="http://schemas.microsoft.com/office/drawing/2014/main" id="{83977366-2CED-CE53-7B08-8F05587ADFE3}"/>
                    </a:ext>
                  </a:extLst>
                </p:cNvPr>
                <p:cNvSpPr/>
                <p:nvPr/>
              </p:nvSpPr>
              <p:spPr>
                <a:xfrm>
                  <a:off x="621792" y="3749040"/>
                  <a:ext cx="128016" cy="128016"/>
                </a:xfrm>
                <a:prstGeom prst="ellipse">
                  <a:avLst/>
                </a:prstGeom>
                <a:solidFill>
                  <a:srgbClr val="113B72"/>
                </a:solidFill>
                <a:ln w="6350">
                  <a:solidFill>
                    <a:srgbClr val="113B72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70" name="Shape 128">
                  <a:extLst>
                    <a:ext uri="{FF2B5EF4-FFF2-40B4-BE49-F238E27FC236}">
                      <a16:creationId xmlns:a16="http://schemas.microsoft.com/office/drawing/2014/main" id="{AD56FF7E-F559-A26D-E118-7E744F8FE9CD}"/>
                    </a:ext>
                  </a:extLst>
                </p:cNvPr>
                <p:cNvSpPr/>
                <p:nvPr/>
              </p:nvSpPr>
              <p:spPr>
                <a:xfrm>
                  <a:off x="841248" y="3685032"/>
                  <a:ext cx="128016" cy="128016"/>
                </a:xfrm>
                <a:prstGeom prst="ellipse">
                  <a:avLst/>
                </a:prstGeom>
                <a:solidFill>
                  <a:srgbClr val="113B72"/>
                </a:solidFill>
                <a:ln w="6350">
                  <a:solidFill>
                    <a:srgbClr val="113B72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71" name="Shape 136">
                  <a:extLst>
                    <a:ext uri="{FF2B5EF4-FFF2-40B4-BE49-F238E27FC236}">
                      <a16:creationId xmlns:a16="http://schemas.microsoft.com/office/drawing/2014/main" id="{B5BEFC61-863E-3476-0096-22E44411D324}"/>
                    </a:ext>
                  </a:extLst>
                </p:cNvPr>
                <p:cNvSpPr/>
                <p:nvPr/>
              </p:nvSpPr>
              <p:spPr>
                <a:xfrm>
                  <a:off x="2029968" y="2587751"/>
                  <a:ext cx="1783080" cy="1557849"/>
                </a:xfrm>
                <a:prstGeom prst="roundRect">
                  <a:avLst>
                    <a:gd name="adj" fmla="val 5128"/>
                  </a:avLst>
                </a:prstGeom>
                <a:solidFill>
                  <a:srgbClr val="EFF6FD"/>
                </a:solidFill>
                <a:ln w="8890">
                  <a:solidFill>
                    <a:srgbClr val="D9EAFB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grpSp>
              <p:nvGrpSpPr>
                <p:cNvPr id="72" name="Grupp 71">
                  <a:extLst>
                    <a:ext uri="{FF2B5EF4-FFF2-40B4-BE49-F238E27FC236}">
                      <a16:creationId xmlns:a16="http://schemas.microsoft.com/office/drawing/2014/main" id="{45A542AB-4E82-875A-1D31-0E5D34F99DCD}"/>
                    </a:ext>
                  </a:extLst>
                </p:cNvPr>
                <p:cNvGrpSpPr/>
                <p:nvPr/>
              </p:nvGrpSpPr>
              <p:grpSpPr>
                <a:xfrm>
                  <a:off x="2276855" y="2359152"/>
                  <a:ext cx="1440001" cy="603504"/>
                  <a:chOff x="2276855" y="2359152"/>
                  <a:chExt cx="1440001" cy="603504"/>
                </a:xfrm>
                <a:solidFill>
                  <a:schemeClr val="accent1">
                    <a:lumMod val="40000"/>
                    <a:lumOff val="60000"/>
                  </a:schemeClr>
                </a:solidFill>
              </p:grpSpPr>
              <p:sp>
                <p:nvSpPr>
                  <p:cNvPr id="73" name="Shape 137">
                    <a:extLst>
                      <a:ext uri="{FF2B5EF4-FFF2-40B4-BE49-F238E27FC236}">
                        <a16:creationId xmlns:a16="http://schemas.microsoft.com/office/drawing/2014/main" id="{CB8B7095-B260-C3BE-639C-11E11E7328B8}"/>
                      </a:ext>
                    </a:extLst>
                  </p:cNvPr>
                  <p:cNvSpPr/>
                  <p:nvPr/>
                </p:nvSpPr>
                <p:spPr>
                  <a:xfrm>
                    <a:off x="2276856" y="2359152"/>
                    <a:ext cx="1440000" cy="576000"/>
                  </a:xfrm>
                  <a:prstGeom prst="roundRect">
                    <a:avLst>
                      <a:gd name="adj" fmla="val 19048"/>
                    </a:avLst>
                  </a:prstGeom>
                  <a:grpFill/>
                  <a:ln w="8890">
                    <a:solidFill>
                      <a:schemeClr val="bg1"/>
                    </a:solidFill>
                    <a:prstDash val="solid"/>
                  </a:ln>
                  <a:effectLst>
                    <a:softEdge rad="12700"/>
                  </a:effectLst>
                </p:spPr>
                <p:txBody>
                  <a:bodyPr/>
                  <a:lstStyle/>
                  <a:p>
                    <a:br>
                      <a:rPr lang="sv-SE"/>
                    </a:br>
                    <a:endParaRPr lang="sv-SE"/>
                  </a:p>
                </p:txBody>
              </p:sp>
              <p:sp>
                <p:nvSpPr>
                  <p:cNvPr id="74" name="Text 138">
                    <a:extLst>
                      <a:ext uri="{FF2B5EF4-FFF2-40B4-BE49-F238E27FC236}">
                        <a16:creationId xmlns:a16="http://schemas.microsoft.com/office/drawing/2014/main" id="{65FC17AC-AD7B-C842-488A-7C9D0E41D59C}"/>
                      </a:ext>
                    </a:extLst>
                  </p:cNvPr>
                  <p:cNvSpPr/>
                  <p:nvPr/>
                </p:nvSpPr>
                <p:spPr>
                  <a:xfrm>
                    <a:off x="2276855" y="2359152"/>
                    <a:ext cx="1373223" cy="603504"/>
                  </a:xfrm>
                  <a:prstGeom prst="rect">
                    <a:avLst/>
                  </a:prstGeom>
                  <a:grpFill/>
                  <a:ln/>
                </p:spPr>
                <p:txBody>
                  <a:bodyPr wrap="square" lIns="381" tIns="381" rIns="381" bIns="381" rtlCol="0" anchor="ctr">
                    <a:normAutofit/>
                  </a:bodyPr>
                  <a:lstStyle/>
                  <a:p>
                    <a:pPr algn="ctr"/>
                    <a:br>
                      <a:rPr lang="en-US" sz="1400" b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</a:br>
                    <a:r>
                      <a:rPr lang="en-US" sz="1400" b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Labb</a:t>
                    </a:r>
                    <a:br>
                      <a:rPr lang="en-US" sz="1400" b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</a:br>
                    <a:r>
                      <a:rPr lang="en-US" sz="800" b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Testa </a:t>
                    </a:r>
                    <a:r>
                      <a:rPr lang="en-US" sz="800" b="1" err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hypotes</a:t>
                    </a:r>
                    <a:r>
                      <a:rPr lang="en-US" sz="800" b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 </a:t>
                    </a:r>
                    <a:r>
                      <a:rPr lang="en-US" sz="800" b="1" err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snabbt</a:t>
                    </a:r>
                    <a:endParaRPr lang="en-US" sz="800"/>
                  </a:p>
                  <a:p>
                    <a:pPr marL="0" indent="0" algn="ctr">
                      <a:buNone/>
                    </a:pPr>
                    <a:endParaRPr lang="en-US" sz="1400"/>
                  </a:p>
                </p:txBody>
              </p:sp>
            </p:grpSp>
            <p:sp>
              <p:nvSpPr>
                <p:cNvPr id="75" name="Text 139">
                  <a:extLst>
                    <a:ext uri="{FF2B5EF4-FFF2-40B4-BE49-F238E27FC236}">
                      <a16:creationId xmlns:a16="http://schemas.microsoft.com/office/drawing/2014/main" id="{5EAD8DB6-F946-D6D8-9216-017E1469C41F}"/>
                    </a:ext>
                  </a:extLst>
                </p:cNvPr>
                <p:cNvSpPr/>
                <p:nvPr/>
              </p:nvSpPr>
              <p:spPr>
                <a:xfrm>
                  <a:off x="2194560" y="2743200"/>
                  <a:ext cx="1453896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" tIns="381" rIns="381" bIns="381" rtlCol="0" anchor="ctr">
                  <a:normAutofit/>
                </a:bodyPr>
                <a:lstStyle/>
                <a:p>
                  <a:pPr marL="0" indent="0" algn="ctr">
                    <a:buNone/>
                  </a:pPr>
                  <a:endParaRPr lang="en-US" sz="740"/>
                </a:p>
              </p:txBody>
            </p:sp>
            <p:sp>
              <p:nvSpPr>
                <p:cNvPr id="76" name="Text 140">
                  <a:extLst>
                    <a:ext uri="{FF2B5EF4-FFF2-40B4-BE49-F238E27FC236}">
                      <a16:creationId xmlns:a16="http://schemas.microsoft.com/office/drawing/2014/main" id="{C6A7BC04-CB84-3061-D623-3679C197F3C2}"/>
                    </a:ext>
                  </a:extLst>
                </p:cNvPr>
                <p:cNvSpPr/>
                <p:nvPr/>
              </p:nvSpPr>
              <p:spPr>
                <a:xfrm>
                  <a:off x="2176272" y="2999232"/>
                  <a:ext cx="1490472" cy="987552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sz="900" dirty="0" err="1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Utforska</a:t>
                  </a:r>
                  <a:r>
                    <a:rPr lang="en-US" sz="900" dirty="0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 och </a:t>
                  </a:r>
                  <a:r>
                    <a:rPr lang="en-US" sz="900" dirty="0" err="1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bygga</a:t>
                  </a:r>
                  <a:r>
                    <a:rPr lang="en-US" sz="900" dirty="0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900" dirty="0" err="1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snabbt</a:t>
                  </a:r>
                  <a:endParaRPr lang="en-US" sz="900" dirty="0"/>
                </a:p>
                <a:p>
                  <a:pPr marL="0" indent="0" algn="l">
                    <a:buNone/>
                  </a:pPr>
                  <a:r>
                    <a:rPr lang="en-US" sz="900" dirty="0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(</a:t>
                  </a:r>
                  <a:r>
                    <a:rPr lang="en-US" sz="900" dirty="0" err="1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t.ex</a:t>
                  </a:r>
                  <a:r>
                    <a:rPr lang="en-US" sz="900" dirty="0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. agent </a:t>
                  </a:r>
                  <a:r>
                    <a:rPr lang="en-US" sz="900" dirty="0" err="1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eller</a:t>
                  </a:r>
                  <a:r>
                    <a:rPr lang="en-US" sz="900" dirty="0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 mini-app).</a:t>
                  </a:r>
                  <a:endParaRPr lang="en-US" sz="900" dirty="0"/>
                </a:p>
                <a:p>
                  <a:pPr marL="0" indent="0" algn="l">
                    <a:buNone/>
                  </a:pPr>
                  <a:r>
                    <a:rPr lang="en-US" sz="900" dirty="0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Enskilda </a:t>
                  </a:r>
                  <a:r>
                    <a:rPr lang="en-US" sz="900" dirty="0" err="1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eller</a:t>
                  </a:r>
                  <a:r>
                    <a:rPr lang="en-US" sz="900" dirty="0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900" dirty="0" err="1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få</a:t>
                  </a:r>
                  <a:r>
                    <a:rPr lang="en-US" sz="900" dirty="0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900" dirty="0" err="1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användare</a:t>
                  </a:r>
                  <a:r>
                    <a:rPr lang="en-US" sz="900" dirty="0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.</a:t>
                  </a:r>
                  <a:endParaRPr lang="en-US" sz="900" dirty="0"/>
                </a:p>
                <a:p>
                  <a:pPr marL="0" indent="0" algn="l">
                    <a:buNone/>
                  </a:pPr>
                  <a:r>
                    <a:rPr lang="en-US" sz="900" dirty="0" err="1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Okänslig</a:t>
                  </a:r>
                  <a:r>
                    <a:rPr lang="en-US" sz="900" dirty="0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 data.</a:t>
                  </a:r>
                  <a:endParaRPr lang="en-US" sz="900" dirty="0"/>
                </a:p>
                <a:p>
                  <a:pPr marL="0" indent="0" algn="l">
                    <a:buNone/>
                  </a:pPr>
                  <a:r>
                    <a:rPr lang="en-US" sz="900" dirty="0" err="1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Dödar</a:t>
                  </a:r>
                  <a:r>
                    <a:rPr lang="en-US" sz="900" dirty="0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900" dirty="0" err="1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idéer</a:t>
                  </a:r>
                  <a:r>
                    <a:rPr lang="en-US" sz="900" dirty="0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900" dirty="0" err="1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på</a:t>
                  </a:r>
                  <a:r>
                    <a:rPr lang="en-US" sz="900" dirty="0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900" dirty="0" err="1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löpande</a:t>
                  </a:r>
                  <a:r>
                    <a:rPr lang="en-US" sz="900" dirty="0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 band.</a:t>
                  </a:r>
                  <a:endParaRPr lang="en-US" sz="900" dirty="0"/>
                </a:p>
                <a:p>
                  <a:pPr marL="0" indent="0" algn="l">
                    <a:buNone/>
                  </a:pPr>
                  <a:r>
                    <a:rPr lang="en-US" sz="900" dirty="0" err="1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Kortlivade</a:t>
                  </a:r>
                  <a:r>
                    <a:rPr lang="en-US" sz="900" dirty="0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 AI-</a:t>
                  </a:r>
                  <a:r>
                    <a:rPr lang="en-US" sz="900" dirty="0" err="1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lösningar</a:t>
                  </a:r>
                  <a:endParaRPr lang="en-US" sz="900" dirty="0"/>
                </a:p>
                <a:p>
                  <a:pPr marL="0" indent="0" algn="l">
                    <a:buNone/>
                  </a:pPr>
                  <a:r>
                    <a:rPr lang="en-US" sz="900" dirty="0" err="1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är</a:t>
                  </a:r>
                  <a:r>
                    <a:rPr lang="en-US" sz="900" dirty="0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900" dirty="0" err="1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helt</a:t>
                  </a:r>
                  <a:r>
                    <a:rPr lang="en-US" sz="900" dirty="0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900" dirty="0" err="1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okej</a:t>
                  </a:r>
                  <a:r>
                    <a:rPr lang="en-US" sz="900" dirty="0">
                      <a:solidFill>
                        <a:srgbClr val="0B2F5E"/>
                      </a:solidFill>
                      <a:ea typeface="Arial" pitchFamily="34" charset="-122"/>
                      <a:cs typeface="Arial" pitchFamily="34" charset="-120"/>
                    </a:rPr>
                    <a:t>.</a:t>
                  </a:r>
                  <a:endParaRPr lang="en-US" sz="900" dirty="0"/>
                </a:p>
              </p:txBody>
            </p:sp>
            <p:grpSp>
              <p:nvGrpSpPr>
                <p:cNvPr id="77" name="Grupp 76">
                  <a:extLst>
                    <a:ext uri="{FF2B5EF4-FFF2-40B4-BE49-F238E27FC236}">
                      <a16:creationId xmlns:a16="http://schemas.microsoft.com/office/drawing/2014/main" id="{A2DC1D69-1A68-383D-BC7F-DA4AB3ADAE3F}"/>
                    </a:ext>
                  </a:extLst>
                </p:cNvPr>
                <p:cNvGrpSpPr/>
                <p:nvPr/>
              </p:nvGrpSpPr>
              <p:grpSpPr>
                <a:xfrm>
                  <a:off x="4407406" y="2359152"/>
                  <a:ext cx="1440000" cy="576000"/>
                  <a:chOff x="4407406" y="2359152"/>
                  <a:chExt cx="1440000" cy="576000"/>
                </a:xfrm>
                <a:solidFill>
                  <a:schemeClr val="accent1">
                    <a:lumMod val="40000"/>
                    <a:lumOff val="60000"/>
                  </a:schemeClr>
                </a:solidFill>
              </p:grpSpPr>
              <p:sp>
                <p:nvSpPr>
                  <p:cNvPr id="78" name="Shape 144">
                    <a:extLst>
                      <a:ext uri="{FF2B5EF4-FFF2-40B4-BE49-F238E27FC236}">
                        <a16:creationId xmlns:a16="http://schemas.microsoft.com/office/drawing/2014/main" id="{A55E2024-A79D-FED5-7E30-ADABB01A21A9}"/>
                      </a:ext>
                    </a:extLst>
                  </p:cNvPr>
                  <p:cNvSpPr/>
                  <p:nvPr/>
                </p:nvSpPr>
                <p:spPr>
                  <a:xfrm>
                    <a:off x="4407406" y="2359152"/>
                    <a:ext cx="1440000" cy="576000"/>
                  </a:xfrm>
                  <a:prstGeom prst="roundRect">
                    <a:avLst>
                      <a:gd name="adj" fmla="val 19048"/>
                    </a:avLst>
                  </a:prstGeom>
                  <a:grpFill/>
                  <a:ln w="8890">
                    <a:solidFill>
                      <a:schemeClr val="bg1"/>
                    </a:solidFill>
                    <a:prstDash val="solid"/>
                  </a:ln>
                  <a:effectLst>
                    <a:softEdge rad="12700"/>
                  </a:effectLst>
                </p:spPr>
                <p:txBody>
                  <a:bodyPr/>
                  <a:lstStyle/>
                  <a:p>
                    <a:endParaRPr lang="sv-SE"/>
                  </a:p>
                </p:txBody>
              </p:sp>
              <p:sp>
                <p:nvSpPr>
                  <p:cNvPr id="79" name="Text 145">
                    <a:extLst>
                      <a:ext uri="{FF2B5EF4-FFF2-40B4-BE49-F238E27FC236}">
                        <a16:creationId xmlns:a16="http://schemas.microsoft.com/office/drawing/2014/main" id="{92929AE1-EA0E-C541-A5C8-1C55606E83EF}"/>
                      </a:ext>
                    </a:extLst>
                  </p:cNvPr>
                  <p:cNvSpPr/>
                  <p:nvPr/>
                </p:nvSpPr>
                <p:spPr>
                  <a:xfrm>
                    <a:off x="4448556" y="2451223"/>
                    <a:ext cx="1289304" cy="384048"/>
                  </a:xfrm>
                  <a:prstGeom prst="rect">
                    <a:avLst/>
                  </a:prstGeom>
                  <a:grpFill/>
                  <a:ln/>
                </p:spPr>
                <p:txBody>
                  <a:bodyPr wrap="square" lIns="381" tIns="381" rIns="381" bIns="381" rtlCol="0" anchor="ctr">
                    <a:normAutofit/>
                  </a:bodyPr>
                  <a:lstStyle/>
                  <a:p>
                    <a:pPr algn="ctr"/>
                    <a:r>
                      <a:rPr lang="en-US" sz="1400" b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PoC</a:t>
                    </a:r>
                    <a:br>
                      <a:rPr lang="en-US" sz="1400" b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</a:br>
                    <a:r>
                      <a:rPr lang="en-US" sz="800" b="1" err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Fungerar</a:t>
                    </a:r>
                    <a:r>
                      <a:rPr lang="en-US" sz="800" b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 det?</a:t>
                    </a:r>
                    <a:endParaRPr lang="en-US" sz="800"/>
                  </a:p>
                </p:txBody>
              </p:sp>
            </p:grpSp>
            <p:sp>
              <p:nvSpPr>
                <p:cNvPr id="80" name="Text 146">
                  <a:extLst>
                    <a:ext uri="{FF2B5EF4-FFF2-40B4-BE49-F238E27FC236}">
                      <a16:creationId xmlns:a16="http://schemas.microsoft.com/office/drawing/2014/main" id="{167782B4-D5E8-5EAD-4893-AE8E98D61F26}"/>
                    </a:ext>
                  </a:extLst>
                </p:cNvPr>
                <p:cNvSpPr/>
                <p:nvPr/>
              </p:nvSpPr>
              <p:spPr>
                <a:xfrm>
                  <a:off x="4325112" y="2743200"/>
                  <a:ext cx="1453896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" tIns="381" rIns="381" bIns="381" rtlCol="0" anchor="ctr">
                  <a:normAutofit/>
                </a:bodyPr>
                <a:lstStyle/>
                <a:p>
                  <a:pPr marL="0" indent="0" algn="ctr">
                    <a:buNone/>
                  </a:pPr>
                  <a:endParaRPr lang="en-US" sz="740"/>
                </a:p>
              </p:txBody>
            </p:sp>
            <p:sp>
              <p:nvSpPr>
                <p:cNvPr id="81" name="Text 147">
                  <a:extLst>
                    <a:ext uri="{FF2B5EF4-FFF2-40B4-BE49-F238E27FC236}">
                      <a16:creationId xmlns:a16="http://schemas.microsoft.com/office/drawing/2014/main" id="{4C5DD6D5-61F3-A852-6235-A82097979289}"/>
                    </a:ext>
                  </a:extLst>
                </p:cNvPr>
                <p:cNvSpPr/>
                <p:nvPr/>
              </p:nvSpPr>
              <p:spPr>
                <a:xfrm>
                  <a:off x="4306824" y="2999232"/>
                  <a:ext cx="1490472" cy="923544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t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en-US" sz="900">
                      <a:solidFill>
                        <a:srgbClr val="0B2F5E"/>
                      </a:solidFill>
                      <a:latin typeface="+mj-lt"/>
                      <a:ea typeface="Arial" pitchFamily="34" charset="-122"/>
                      <a:cs typeface="Arial" pitchFamily="34" charset="-120"/>
                    </a:rPr>
                    <a:t>Testar om lösningen fungerar</a:t>
                  </a:r>
                  <a:endParaRPr lang="en-US" sz="900">
                    <a:latin typeface="+mj-lt"/>
                  </a:endParaRPr>
                </a:p>
                <a:p>
                  <a:pPr marL="0" indent="0" algn="l">
                    <a:buNone/>
                  </a:pPr>
                  <a:r>
                    <a:rPr lang="en-US" sz="900">
                      <a:solidFill>
                        <a:srgbClr val="0B2F5E"/>
                      </a:solidFill>
                      <a:latin typeface="+mj-lt"/>
                      <a:ea typeface="Arial" pitchFamily="34" charset="-122"/>
                      <a:cs typeface="Arial" pitchFamily="34" charset="-120"/>
                    </a:rPr>
                    <a:t>i praktiken och ger nytta.</a:t>
                  </a:r>
                  <a:endParaRPr lang="en-US" sz="900">
                    <a:latin typeface="+mj-lt"/>
                  </a:endParaRPr>
                </a:p>
                <a:p>
                  <a:pPr marL="0" indent="0" algn="l">
                    <a:buNone/>
                  </a:pPr>
                  <a:r>
                    <a:rPr lang="en-US" sz="900">
                      <a:solidFill>
                        <a:srgbClr val="0B2F5E"/>
                      </a:solidFill>
                      <a:latin typeface="+mj-lt"/>
                      <a:ea typeface="Arial" pitchFamily="34" charset="-122"/>
                      <a:cs typeface="Arial" pitchFamily="34" charset="-120"/>
                    </a:rPr>
                    <a:t>Riktiga användare.</a:t>
                  </a:r>
                  <a:endParaRPr lang="en-US" sz="900">
                    <a:latin typeface="+mj-lt"/>
                  </a:endParaRPr>
                </a:p>
                <a:p>
                  <a:pPr marL="0" indent="0" algn="l">
                    <a:buNone/>
                  </a:pPr>
                  <a:r>
                    <a:rPr lang="en-US" sz="900">
                      <a:solidFill>
                        <a:srgbClr val="0B2F5E"/>
                      </a:solidFill>
                      <a:latin typeface="+mj-lt"/>
                      <a:ea typeface="Arial" pitchFamily="34" charset="-122"/>
                      <a:cs typeface="Arial" pitchFamily="34" charset="-120"/>
                    </a:rPr>
                    <a:t>Kan vara ”good enough”</a:t>
                  </a:r>
                  <a:endParaRPr lang="en-US" sz="900">
                    <a:latin typeface="+mj-lt"/>
                  </a:endParaRPr>
                </a:p>
                <a:p>
                  <a:pPr marL="0" indent="0" algn="l">
                    <a:buNone/>
                  </a:pPr>
                  <a:r>
                    <a:rPr lang="en-US" sz="900">
                      <a:solidFill>
                        <a:srgbClr val="0B2F5E"/>
                      </a:solidFill>
                      <a:latin typeface="+mj-lt"/>
                      <a:ea typeface="Arial" pitchFamily="34" charset="-122"/>
                      <a:cs typeface="Arial" pitchFamily="34" charset="-120"/>
                    </a:rPr>
                    <a:t>slutläge.</a:t>
                  </a:r>
                  <a:endParaRPr lang="en-US" sz="900">
                    <a:latin typeface="+mj-lt"/>
                  </a:endParaRPr>
                </a:p>
              </p:txBody>
            </p:sp>
            <p:sp>
              <p:nvSpPr>
                <p:cNvPr id="82" name="Shape 148">
                  <a:extLst>
                    <a:ext uri="{FF2B5EF4-FFF2-40B4-BE49-F238E27FC236}">
                      <a16:creationId xmlns:a16="http://schemas.microsoft.com/office/drawing/2014/main" id="{F8E791B7-4FFE-209A-5CFB-529AF39F5F45}"/>
                    </a:ext>
                  </a:extLst>
                </p:cNvPr>
                <p:cNvSpPr/>
                <p:nvPr/>
              </p:nvSpPr>
              <p:spPr>
                <a:xfrm>
                  <a:off x="6272784" y="2587751"/>
                  <a:ext cx="2011680" cy="1557849"/>
                </a:xfrm>
                <a:prstGeom prst="roundRect">
                  <a:avLst>
                    <a:gd name="adj" fmla="val 5128"/>
                  </a:avLst>
                </a:prstGeom>
                <a:solidFill>
                  <a:srgbClr val="EFF6FD"/>
                </a:solidFill>
                <a:ln w="8890">
                  <a:solidFill>
                    <a:srgbClr val="D9EAFB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grpSp>
              <p:nvGrpSpPr>
                <p:cNvPr id="83" name="Grupp 82">
                  <a:extLst>
                    <a:ext uri="{FF2B5EF4-FFF2-40B4-BE49-F238E27FC236}">
                      <a16:creationId xmlns:a16="http://schemas.microsoft.com/office/drawing/2014/main" id="{33A63EA0-9555-6FD8-9622-9A9C78F67066}"/>
                    </a:ext>
                  </a:extLst>
                </p:cNvPr>
                <p:cNvGrpSpPr/>
                <p:nvPr/>
              </p:nvGrpSpPr>
              <p:grpSpPr>
                <a:xfrm>
                  <a:off x="6519672" y="2359152"/>
                  <a:ext cx="1440000" cy="576000"/>
                  <a:chOff x="6519672" y="2359152"/>
                  <a:chExt cx="1440000" cy="576000"/>
                </a:xfrm>
                <a:solidFill>
                  <a:schemeClr val="accent1">
                    <a:lumMod val="40000"/>
                    <a:lumOff val="60000"/>
                  </a:schemeClr>
                </a:solidFill>
              </p:grpSpPr>
              <p:sp>
                <p:nvSpPr>
                  <p:cNvPr id="84" name="Shape 149">
                    <a:extLst>
                      <a:ext uri="{FF2B5EF4-FFF2-40B4-BE49-F238E27FC236}">
                        <a16:creationId xmlns:a16="http://schemas.microsoft.com/office/drawing/2014/main" id="{5CA65C6B-BD12-0C55-CF99-CFBD4813D194}"/>
                      </a:ext>
                    </a:extLst>
                  </p:cNvPr>
                  <p:cNvSpPr/>
                  <p:nvPr/>
                </p:nvSpPr>
                <p:spPr>
                  <a:xfrm>
                    <a:off x="6519672" y="2359152"/>
                    <a:ext cx="1440000" cy="576000"/>
                  </a:xfrm>
                  <a:prstGeom prst="roundRect">
                    <a:avLst>
                      <a:gd name="adj" fmla="val 19048"/>
                    </a:avLst>
                  </a:prstGeom>
                  <a:grpFill/>
                  <a:ln w="8890">
                    <a:solidFill>
                      <a:schemeClr val="bg1"/>
                    </a:solidFill>
                    <a:prstDash val="solid"/>
                  </a:ln>
                  <a:effectLst>
                    <a:softEdge rad="12700"/>
                  </a:effectLst>
                </p:spPr>
                <p:txBody>
                  <a:bodyPr/>
                  <a:lstStyle/>
                  <a:p>
                    <a:endParaRPr lang="sv-SE"/>
                  </a:p>
                </p:txBody>
              </p:sp>
              <p:sp>
                <p:nvSpPr>
                  <p:cNvPr id="85" name="Text 150">
                    <a:extLst>
                      <a:ext uri="{FF2B5EF4-FFF2-40B4-BE49-F238E27FC236}">
                        <a16:creationId xmlns:a16="http://schemas.microsoft.com/office/drawing/2014/main" id="{461D90F7-028A-3D27-1D1C-F6C17CAD80AA}"/>
                      </a:ext>
                    </a:extLst>
                  </p:cNvPr>
                  <p:cNvSpPr/>
                  <p:nvPr/>
                </p:nvSpPr>
                <p:spPr>
                  <a:xfrm>
                    <a:off x="6537959" y="2451223"/>
                    <a:ext cx="1345432" cy="384048"/>
                  </a:xfrm>
                  <a:prstGeom prst="rect">
                    <a:avLst/>
                  </a:prstGeom>
                  <a:grpFill/>
                  <a:ln/>
                </p:spPr>
                <p:txBody>
                  <a:bodyPr wrap="square" lIns="381" tIns="381" rIns="381" bIns="381" rtlCol="0" anchor="ctr">
                    <a:normAutofit/>
                  </a:bodyPr>
                  <a:lstStyle/>
                  <a:p>
                    <a:pPr algn="ctr"/>
                    <a:r>
                      <a:rPr lang="en-US" sz="1400" b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Pilot</a:t>
                    </a:r>
                    <a:br>
                      <a:rPr lang="en-US" sz="1400" b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</a:br>
                    <a:r>
                      <a:rPr lang="en-US" sz="800" b="1" err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Fungerar</a:t>
                    </a:r>
                    <a:r>
                      <a:rPr lang="en-US" sz="800" b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 </a:t>
                    </a:r>
                    <a:r>
                      <a:rPr lang="en-US" sz="800" b="1" err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i</a:t>
                    </a:r>
                    <a:r>
                      <a:rPr lang="en-US" sz="800" b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 </a:t>
                    </a:r>
                    <a:r>
                      <a:rPr lang="en-US" sz="800" b="1" err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verksamheten</a:t>
                    </a:r>
                    <a:r>
                      <a:rPr lang="en-US" sz="800" b="1">
                        <a:solidFill>
                          <a:srgbClr val="0B2F5E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?</a:t>
                    </a:r>
                    <a:endParaRPr lang="en-US" sz="800"/>
                  </a:p>
                </p:txBody>
              </p:sp>
            </p:grpSp>
            <p:sp>
              <p:nvSpPr>
                <p:cNvPr id="86" name="Text 151">
                  <a:extLst>
                    <a:ext uri="{FF2B5EF4-FFF2-40B4-BE49-F238E27FC236}">
                      <a16:creationId xmlns:a16="http://schemas.microsoft.com/office/drawing/2014/main" id="{FF4FEE72-0F3E-E371-06FC-3C08854AA511}"/>
                    </a:ext>
                  </a:extLst>
                </p:cNvPr>
                <p:cNvSpPr/>
                <p:nvPr/>
              </p:nvSpPr>
              <p:spPr>
                <a:xfrm>
                  <a:off x="6437376" y="2743200"/>
                  <a:ext cx="1682496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" tIns="381" rIns="381" bIns="381" rtlCol="0" anchor="ctr">
                  <a:normAutofit/>
                </a:bodyPr>
                <a:lstStyle/>
                <a:p>
                  <a:pPr marL="0" indent="0" algn="ctr">
                    <a:buNone/>
                  </a:pPr>
                  <a:endParaRPr lang="en-US" sz="740"/>
                </a:p>
              </p:txBody>
            </p:sp>
            <p:sp>
              <p:nvSpPr>
                <p:cNvPr id="87" name="Text 152">
                  <a:extLst>
                    <a:ext uri="{FF2B5EF4-FFF2-40B4-BE49-F238E27FC236}">
                      <a16:creationId xmlns:a16="http://schemas.microsoft.com/office/drawing/2014/main" id="{BFC617DA-C0B9-460D-A0D4-B38E117BE477}"/>
                    </a:ext>
                  </a:extLst>
                </p:cNvPr>
                <p:cNvSpPr/>
                <p:nvPr/>
              </p:nvSpPr>
              <p:spPr>
                <a:xfrm>
                  <a:off x="6419088" y="2999232"/>
                  <a:ext cx="1719072" cy="923544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t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en-US" sz="900">
                      <a:solidFill>
                        <a:srgbClr val="0B2F5E"/>
                      </a:solidFill>
                      <a:latin typeface="+mj-lt"/>
                      <a:ea typeface="Arial" pitchFamily="34" charset="-122"/>
                      <a:cs typeface="Arial" pitchFamily="34" charset="-120"/>
                    </a:rPr>
                    <a:t>Fler användare.</a:t>
                  </a:r>
                  <a:endParaRPr lang="en-US" sz="900">
                    <a:latin typeface="+mj-lt"/>
                  </a:endParaRPr>
                </a:p>
                <a:p>
                  <a:pPr marL="0" indent="0" algn="l">
                    <a:buNone/>
                  </a:pPr>
                  <a:r>
                    <a:rPr lang="en-US" sz="900">
                      <a:solidFill>
                        <a:srgbClr val="0B2F5E"/>
                      </a:solidFill>
                      <a:latin typeface="+mj-lt"/>
                      <a:ea typeface="Arial" pitchFamily="34" charset="-122"/>
                      <a:cs typeface="Arial" pitchFamily="34" charset="-120"/>
                    </a:rPr>
                    <a:t>Lösningen börjar bli en del</a:t>
                  </a:r>
                  <a:endParaRPr lang="en-US" sz="900">
                    <a:latin typeface="+mj-lt"/>
                  </a:endParaRPr>
                </a:p>
                <a:p>
                  <a:pPr marL="0" indent="0" algn="l">
                    <a:buNone/>
                  </a:pPr>
                  <a:r>
                    <a:rPr lang="en-US" sz="900">
                      <a:solidFill>
                        <a:srgbClr val="0B2F5E"/>
                      </a:solidFill>
                      <a:latin typeface="+mj-lt"/>
                      <a:ea typeface="Arial" pitchFamily="34" charset="-122"/>
                      <a:cs typeface="Arial" pitchFamily="34" charset="-120"/>
                    </a:rPr>
                    <a:t>av arbetssättet.</a:t>
                  </a:r>
                  <a:endParaRPr lang="en-US" sz="900">
                    <a:latin typeface="+mj-lt"/>
                  </a:endParaRPr>
                </a:p>
                <a:p>
                  <a:pPr marL="0" indent="0" algn="l">
                    <a:buNone/>
                  </a:pPr>
                  <a:r>
                    <a:rPr lang="en-US" sz="900">
                      <a:solidFill>
                        <a:srgbClr val="0B2F5E"/>
                      </a:solidFill>
                      <a:latin typeface="+mj-lt"/>
                      <a:ea typeface="Arial" pitchFamily="34" charset="-122"/>
                      <a:cs typeface="Arial" pitchFamily="34" charset="-120"/>
                    </a:rPr>
                    <a:t>Kräver mer struktur,</a:t>
                  </a:r>
                  <a:endParaRPr lang="en-US" sz="900">
                    <a:latin typeface="+mj-lt"/>
                  </a:endParaRPr>
                </a:p>
                <a:p>
                  <a:pPr marL="0" indent="0" algn="l">
                    <a:buNone/>
                  </a:pPr>
                  <a:r>
                    <a:rPr lang="en-US" sz="900">
                      <a:solidFill>
                        <a:srgbClr val="0B2F5E"/>
                      </a:solidFill>
                      <a:latin typeface="+mj-lt"/>
                      <a:ea typeface="Arial" pitchFamily="34" charset="-122"/>
                      <a:cs typeface="Arial" pitchFamily="34" charset="-120"/>
                    </a:rPr>
                    <a:t>säkerhet och styrning.</a:t>
                  </a:r>
                  <a:endParaRPr lang="en-US" sz="900">
                    <a:latin typeface="+mj-lt"/>
                  </a:endParaRPr>
                </a:p>
              </p:txBody>
            </p:sp>
            <p:sp>
              <p:nvSpPr>
                <p:cNvPr id="88" name="Shape 153">
                  <a:extLst>
                    <a:ext uri="{FF2B5EF4-FFF2-40B4-BE49-F238E27FC236}">
                      <a16:creationId xmlns:a16="http://schemas.microsoft.com/office/drawing/2014/main" id="{7629A5F1-DFD6-7820-EDDA-2FAC7D14A289}"/>
                    </a:ext>
                  </a:extLst>
                </p:cNvPr>
                <p:cNvSpPr/>
                <p:nvPr/>
              </p:nvSpPr>
              <p:spPr>
                <a:xfrm>
                  <a:off x="8705088" y="2624328"/>
                  <a:ext cx="2039112" cy="1517904"/>
                </a:xfrm>
                <a:prstGeom prst="roundRect">
                  <a:avLst>
                    <a:gd name="adj" fmla="val 5263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8890">
                  <a:solidFill>
                    <a:srgbClr val="0674D8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89" name="Shape 154">
                  <a:extLst>
                    <a:ext uri="{FF2B5EF4-FFF2-40B4-BE49-F238E27FC236}">
                      <a16:creationId xmlns:a16="http://schemas.microsoft.com/office/drawing/2014/main" id="{4C9E57EB-04AB-3565-EABE-87F50D53AF97}"/>
                    </a:ext>
                  </a:extLst>
                </p:cNvPr>
                <p:cNvSpPr/>
                <p:nvPr/>
              </p:nvSpPr>
              <p:spPr>
                <a:xfrm>
                  <a:off x="8951976" y="2395728"/>
                  <a:ext cx="1440000" cy="576000"/>
                </a:xfrm>
                <a:prstGeom prst="roundRect">
                  <a:avLst>
                    <a:gd name="adj" fmla="val 19048"/>
                  </a:avLst>
                </a:prstGeom>
                <a:solidFill>
                  <a:srgbClr val="0674D8"/>
                </a:solidFill>
                <a:ln w="8890">
                  <a:solidFill>
                    <a:schemeClr val="bg1"/>
                  </a:solidFill>
                  <a:prstDash val="solid"/>
                </a:ln>
                <a:effectLst>
                  <a:softEdge rad="12700"/>
                </a:effectLst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90" name="Text 155">
                  <a:extLst>
                    <a:ext uri="{FF2B5EF4-FFF2-40B4-BE49-F238E27FC236}">
                      <a16:creationId xmlns:a16="http://schemas.microsoft.com/office/drawing/2014/main" id="{AB95151F-6217-EE9F-621E-D8076AAE57B0}"/>
                    </a:ext>
                  </a:extLst>
                </p:cNvPr>
                <p:cNvSpPr/>
                <p:nvPr/>
              </p:nvSpPr>
              <p:spPr>
                <a:xfrm>
                  <a:off x="8988552" y="2496312"/>
                  <a:ext cx="1545336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" tIns="381" rIns="381" bIns="381" rtlCol="0" anchor="ctr">
                  <a:normAutofit fontScale="85000" lnSpcReduction="20000"/>
                </a:bodyPr>
                <a:lstStyle/>
                <a:p>
                  <a:pPr marL="0" indent="0" algn="ctr">
                    <a:buNone/>
                  </a:pPr>
                  <a:r>
                    <a:rPr lang="en-US" sz="1400" b="1">
                      <a:solidFill>
                        <a:srgbClr val="FFFFFF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Organisation /</a:t>
                  </a:r>
                  <a:endParaRPr lang="en-US" sz="1400"/>
                </a:p>
                <a:p>
                  <a:pPr algn="ctr"/>
                  <a:r>
                    <a:rPr lang="en-US" sz="1400" b="1" err="1">
                      <a:solidFill>
                        <a:srgbClr val="FFFFFF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Fullskalig</a:t>
                  </a:r>
                  <a:br>
                    <a:rPr lang="en-US" sz="1400" b="1">
                      <a:solidFill>
                        <a:srgbClr val="FFFFFF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r>
                    <a:rPr lang="en-US" sz="800" b="1" err="1">
                      <a:solidFill>
                        <a:schemeClr val="bg1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Skalbar</a:t>
                  </a:r>
                  <a:r>
                    <a:rPr lang="en-US" sz="800" b="1">
                      <a:solidFill>
                        <a:schemeClr val="bg1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 och </a:t>
                  </a:r>
                  <a:r>
                    <a:rPr lang="en-US" sz="800" b="1" err="1">
                      <a:solidFill>
                        <a:schemeClr val="bg1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förvaltad</a:t>
                  </a:r>
                  <a:r>
                    <a:rPr lang="en-US" sz="800" b="1">
                      <a:solidFill>
                        <a:schemeClr val="bg1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800" b="1" err="1">
                      <a:solidFill>
                        <a:schemeClr val="bg1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lösning</a:t>
                  </a:r>
                  <a:endParaRPr lang="en-US" sz="8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1" name="Text 156">
                  <a:extLst>
                    <a:ext uri="{FF2B5EF4-FFF2-40B4-BE49-F238E27FC236}">
                      <a16:creationId xmlns:a16="http://schemas.microsoft.com/office/drawing/2014/main" id="{A4854D89-4DF6-8027-1D8E-DE711BDBCF38}"/>
                    </a:ext>
                  </a:extLst>
                </p:cNvPr>
                <p:cNvSpPr/>
                <p:nvPr/>
              </p:nvSpPr>
              <p:spPr>
                <a:xfrm>
                  <a:off x="8869680" y="2779776"/>
                  <a:ext cx="1709928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" tIns="381" rIns="381" bIns="381" rtlCol="0" anchor="ctr">
                  <a:normAutofit/>
                </a:bodyPr>
                <a:lstStyle/>
                <a:p>
                  <a:pPr marL="0" indent="0" algn="ctr">
                    <a:buNone/>
                  </a:pPr>
                  <a:endParaRPr lang="en-US" sz="740"/>
                </a:p>
              </p:txBody>
            </p:sp>
            <p:sp>
              <p:nvSpPr>
                <p:cNvPr id="92" name="Text 157">
                  <a:extLst>
                    <a:ext uri="{FF2B5EF4-FFF2-40B4-BE49-F238E27FC236}">
                      <a16:creationId xmlns:a16="http://schemas.microsoft.com/office/drawing/2014/main" id="{6B32FF32-4D14-F51E-54C5-F59FE5CDE8CE}"/>
                    </a:ext>
                  </a:extLst>
                </p:cNvPr>
                <p:cNvSpPr/>
                <p:nvPr/>
              </p:nvSpPr>
              <p:spPr>
                <a:xfrm>
                  <a:off x="8851392" y="3035808"/>
                  <a:ext cx="1746504" cy="886968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t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en-US" sz="900">
                      <a:solidFill>
                        <a:srgbClr val="0B2F5E"/>
                      </a:solidFill>
                      <a:latin typeface="+mj-lt"/>
                      <a:ea typeface="Arial" pitchFamily="34" charset="-122"/>
                      <a:cs typeface="Arial" pitchFamily="34" charset="-120"/>
                    </a:rPr>
                    <a:t>Många användare.</a:t>
                  </a:r>
                  <a:endParaRPr lang="en-US" sz="900">
                    <a:latin typeface="+mj-lt"/>
                  </a:endParaRPr>
                </a:p>
                <a:p>
                  <a:pPr marL="0" indent="0" algn="l">
                    <a:buNone/>
                  </a:pPr>
                  <a:r>
                    <a:rPr lang="en-US" sz="900">
                      <a:solidFill>
                        <a:srgbClr val="0B2F5E"/>
                      </a:solidFill>
                      <a:latin typeface="+mj-lt"/>
                      <a:ea typeface="Arial" pitchFamily="34" charset="-122"/>
                      <a:cs typeface="Arial" pitchFamily="34" charset="-120"/>
                    </a:rPr>
                    <a:t>Känslig data, integrationer,</a:t>
                  </a:r>
                  <a:endParaRPr lang="en-US" sz="900">
                    <a:latin typeface="+mj-lt"/>
                  </a:endParaRPr>
                </a:p>
                <a:p>
                  <a:pPr marL="0" indent="0" algn="l">
                    <a:buNone/>
                  </a:pPr>
                  <a:r>
                    <a:rPr lang="en-US" sz="900">
                      <a:solidFill>
                        <a:srgbClr val="0B2F5E"/>
                      </a:solidFill>
                      <a:latin typeface="+mj-lt"/>
                      <a:ea typeface="Arial" pitchFamily="34" charset="-122"/>
                      <a:cs typeface="Arial" pitchFamily="34" charset="-120"/>
                    </a:rPr>
                    <a:t>prestanda, tillgänglighet.</a:t>
                  </a:r>
                  <a:endParaRPr lang="en-US" sz="900">
                    <a:latin typeface="+mj-lt"/>
                  </a:endParaRPr>
                </a:p>
                <a:p>
                  <a:pPr marL="0" indent="0" algn="l">
                    <a:buNone/>
                  </a:pPr>
                  <a:r>
                    <a:rPr lang="en-US" sz="900">
                      <a:solidFill>
                        <a:srgbClr val="0B2F5E"/>
                      </a:solidFill>
                      <a:latin typeface="+mj-lt"/>
                      <a:ea typeface="Arial" pitchFamily="34" charset="-122"/>
                      <a:cs typeface="Arial" pitchFamily="34" charset="-120"/>
                    </a:rPr>
                    <a:t>Full styrning, förvaltning</a:t>
                  </a:r>
                  <a:endParaRPr lang="en-US" sz="900">
                    <a:latin typeface="+mj-lt"/>
                  </a:endParaRPr>
                </a:p>
                <a:p>
                  <a:pPr marL="0" indent="0" algn="l">
                    <a:buNone/>
                  </a:pPr>
                  <a:r>
                    <a:rPr lang="en-US" sz="900">
                      <a:solidFill>
                        <a:srgbClr val="0B2F5E"/>
                      </a:solidFill>
                      <a:latin typeface="+mj-lt"/>
                      <a:ea typeface="Arial" pitchFamily="34" charset="-122"/>
                      <a:cs typeface="Arial" pitchFamily="34" charset="-120"/>
                    </a:rPr>
                    <a:t>och support.</a:t>
                  </a:r>
                  <a:endParaRPr lang="en-US" sz="900">
                    <a:latin typeface="+mj-lt"/>
                  </a:endParaRPr>
                </a:p>
              </p:txBody>
            </p:sp>
            <p:sp>
              <p:nvSpPr>
                <p:cNvPr id="93" name="Shape 158">
                  <a:extLst>
                    <a:ext uri="{FF2B5EF4-FFF2-40B4-BE49-F238E27FC236}">
                      <a16:creationId xmlns:a16="http://schemas.microsoft.com/office/drawing/2014/main" id="{730934C8-84A5-ABA1-E42F-32D99EF2CE32}"/>
                    </a:ext>
                  </a:extLst>
                </p:cNvPr>
                <p:cNvSpPr/>
                <p:nvPr/>
              </p:nvSpPr>
              <p:spPr>
                <a:xfrm>
                  <a:off x="3886200" y="3182112"/>
                  <a:ext cx="246888" cy="1"/>
                </a:xfrm>
                <a:prstGeom prst="line">
                  <a:avLst/>
                </a:prstGeom>
                <a:noFill/>
                <a:ln w="25400">
                  <a:solidFill>
                    <a:srgbClr val="113B72"/>
                  </a:solidFill>
                  <a:prstDash val="solid"/>
                  <a:tailEnd type="triangle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94" name="Shape 159">
                  <a:extLst>
                    <a:ext uri="{FF2B5EF4-FFF2-40B4-BE49-F238E27FC236}">
                      <a16:creationId xmlns:a16="http://schemas.microsoft.com/office/drawing/2014/main" id="{57D0FF25-BD05-622B-D408-1B80147DD615}"/>
                    </a:ext>
                  </a:extLst>
                </p:cNvPr>
                <p:cNvSpPr/>
                <p:nvPr/>
              </p:nvSpPr>
              <p:spPr>
                <a:xfrm>
                  <a:off x="5998464" y="3182112"/>
                  <a:ext cx="246888" cy="1"/>
                </a:xfrm>
                <a:prstGeom prst="line">
                  <a:avLst/>
                </a:prstGeom>
                <a:noFill/>
                <a:ln w="25400">
                  <a:solidFill>
                    <a:srgbClr val="113B72"/>
                  </a:solidFill>
                  <a:prstDash val="solid"/>
                  <a:tailEnd type="triangle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95" name="Shape 160">
                  <a:extLst>
                    <a:ext uri="{FF2B5EF4-FFF2-40B4-BE49-F238E27FC236}">
                      <a16:creationId xmlns:a16="http://schemas.microsoft.com/office/drawing/2014/main" id="{07430DCA-371A-0883-D14F-D479DED88750}"/>
                    </a:ext>
                  </a:extLst>
                </p:cNvPr>
                <p:cNvSpPr/>
                <p:nvPr/>
              </p:nvSpPr>
              <p:spPr>
                <a:xfrm>
                  <a:off x="8330184" y="3182112"/>
                  <a:ext cx="246888" cy="1"/>
                </a:xfrm>
                <a:prstGeom prst="line">
                  <a:avLst/>
                </a:prstGeom>
                <a:noFill/>
                <a:ln w="25400">
                  <a:solidFill>
                    <a:srgbClr val="113B72"/>
                  </a:solidFill>
                  <a:prstDash val="solid"/>
                  <a:tailEnd type="triangle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96" name="Shape 161">
                  <a:extLst>
                    <a:ext uri="{FF2B5EF4-FFF2-40B4-BE49-F238E27FC236}">
                      <a16:creationId xmlns:a16="http://schemas.microsoft.com/office/drawing/2014/main" id="{A5B38976-50F2-45CB-36E8-992E2EBC69C2}"/>
                    </a:ext>
                  </a:extLst>
                </p:cNvPr>
                <p:cNvSpPr/>
                <p:nvPr/>
              </p:nvSpPr>
              <p:spPr>
                <a:xfrm>
                  <a:off x="10808208" y="3182112"/>
                  <a:ext cx="246888" cy="1"/>
                </a:xfrm>
                <a:prstGeom prst="line">
                  <a:avLst/>
                </a:prstGeom>
                <a:noFill/>
                <a:ln w="25400">
                  <a:solidFill>
                    <a:srgbClr val="113B72"/>
                  </a:solidFill>
                  <a:prstDash val="solid"/>
                  <a:tailEnd type="triangle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97" name="Text 162">
                  <a:extLst>
                    <a:ext uri="{FF2B5EF4-FFF2-40B4-BE49-F238E27FC236}">
                      <a16:creationId xmlns:a16="http://schemas.microsoft.com/office/drawing/2014/main" id="{CD7FEECF-5751-281A-9F17-9D64DCA5A02E}"/>
                    </a:ext>
                  </a:extLst>
                </p:cNvPr>
                <p:cNvSpPr/>
                <p:nvPr/>
              </p:nvSpPr>
              <p:spPr>
                <a:xfrm>
                  <a:off x="11109960" y="3008376"/>
                  <a:ext cx="713232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" tIns="381" rIns="381" bIns="381" rtlCol="0" anchor="ctr">
                  <a:normAutofit fontScale="92500"/>
                </a:bodyPr>
                <a:lstStyle/>
                <a:p>
                  <a:pPr marL="0" indent="0" algn="ctr">
                    <a:buNone/>
                  </a:pPr>
                  <a:r>
                    <a:rPr lang="en-US" sz="900" b="1">
                      <a:solidFill>
                        <a:srgbClr val="0B2F5E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Skapar värde</a:t>
                  </a:r>
                  <a:endParaRPr lang="en-US" sz="900"/>
                </a:p>
                <a:p>
                  <a:pPr marL="0" indent="0" algn="ctr">
                    <a:buNone/>
                  </a:pPr>
                  <a:r>
                    <a:rPr lang="en-US" sz="900" b="1">
                      <a:solidFill>
                        <a:srgbClr val="0B2F5E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för många</a:t>
                  </a:r>
                  <a:endParaRPr lang="en-US" sz="900"/>
                </a:p>
                <a:p>
                  <a:pPr marL="0" indent="0" algn="ctr">
                    <a:buNone/>
                  </a:pPr>
                  <a:r>
                    <a:rPr lang="en-US" sz="900" b="1">
                      <a:solidFill>
                        <a:srgbClr val="0B2F5E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och över tid</a:t>
                  </a:r>
                  <a:endParaRPr lang="en-US" sz="900"/>
                </a:p>
              </p:txBody>
            </p:sp>
            <p:sp>
              <p:nvSpPr>
                <p:cNvPr id="98" name="Shape 168">
                  <a:extLst>
                    <a:ext uri="{FF2B5EF4-FFF2-40B4-BE49-F238E27FC236}">
                      <a16:creationId xmlns:a16="http://schemas.microsoft.com/office/drawing/2014/main" id="{37703F48-1A1A-83F9-E804-73434987C5FE}"/>
                    </a:ext>
                  </a:extLst>
                </p:cNvPr>
                <p:cNvSpPr/>
                <p:nvPr/>
              </p:nvSpPr>
              <p:spPr>
                <a:xfrm>
                  <a:off x="1975104" y="4370832"/>
                  <a:ext cx="1920240" cy="22860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F4F6FA"/>
                </a:solidFill>
                <a:ln w="8890">
                  <a:solidFill>
                    <a:srgbClr val="9DB5CF"/>
                  </a:solidFill>
                  <a:prstDash val="solid"/>
                </a:ln>
              </p:spPr>
              <p:txBody>
                <a:bodyPr/>
                <a:lstStyle/>
                <a:p>
                  <a:endParaRPr lang="sv-SE"/>
                </a:p>
              </p:txBody>
            </p:sp>
            <p:sp>
              <p:nvSpPr>
                <p:cNvPr id="99" name="Text 172">
                  <a:extLst>
                    <a:ext uri="{FF2B5EF4-FFF2-40B4-BE49-F238E27FC236}">
                      <a16:creationId xmlns:a16="http://schemas.microsoft.com/office/drawing/2014/main" id="{016ADA75-5D10-5CBA-3E9E-FE6F1B8E3D49}"/>
                    </a:ext>
                  </a:extLst>
                </p:cNvPr>
                <p:cNvSpPr/>
                <p:nvPr/>
              </p:nvSpPr>
              <p:spPr>
                <a:xfrm>
                  <a:off x="2267712" y="4389120"/>
                  <a:ext cx="1499616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" tIns="381" rIns="381" bIns="381" rtlCol="0" anchor="ctr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en-US" sz="850">
                      <a:solidFill>
                        <a:srgbClr val="0B2F5E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Dödas – ger inte värde</a:t>
                  </a:r>
                  <a:endParaRPr lang="en-US" sz="850"/>
                </a:p>
              </p:txBody>
            </p:sp>
            <p:pic>
              <p:nvPicPr>
                <p:cNvPr id="135" name="Image 7">
                  <a:extLst>
                    <a:ext uri="{FF2B5EF4-FFF2-40B4-BE49-F238E27FC236}">
                      <a16:creationId xmlns:a16="http://schemas.microsoft.com/office/drawing/2014/main" id="{66383625-FF23-D752-671C-E44C27B4CA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10858" y="1683410"/>
                  <a:ext cx="602590" cy="602590"/>
                </a:xfrm>
                <a:prstGeom prst="rect">
                  <a:avLst/>
                </a:prstGeom>
              </p:spPr>
            </p:pic>
            <p:pic>
              <p:nvPicPr>
                <p:cNvPr id="136" name="Image 11">
                  <a:extLst>
                    <a:ext uri="{FF2B5EF4-FFF2-40B4-BE49-F238E27FC236}">
                      <a16:creationId xmlns:a16="http://schemas.microsoft.com/office/drawing/2014/main" id="{475649C0-FC20-A90A-71A1-0F59FE790A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576275" y="1737360"/>
                  <a:ext cx="493776" cy="493776"/>
                </a:xfrm>
                <a:prstGeom prst="rect">
                  <a:avLst/>
                </a:prstGeom>
              </p:spPr>
            </p:pic>
            <p:pic>
              <p:nvPicPr>
                <p:cNvPr id="137" name="Image 9">
                  <a:extLst>
                    <a:ext uri="{FF2B5EF4-FFF2-40B4-BE49-F238E27FC236}">
                      <a16:creationId xmlns:a16="http://schemas.microsoft.com/office/drawing/2014/main" id="{1783B12C-5548-1890-4890-F670A644DC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60320" y="1709928"/>
                  <a:ext cx="662940" cy="662940"/>
                </a:xfrm>
                <a:prstGeom prst="rect">
                  <a:avLst/>
                </a:prstGeom>
              </p:spPr>
            </p:pic>
            <p:pic>
              <p:nvPicPr>
                <p:cNvPr id="144" name="Image 8">
                  <a:extLst>
                    <a:ext uri="{FF2B5EF4-FFF2-40B4-BE49-F238E27FC236}">
                      <a16:creationId xmlns:a16="http://schemas.microsoft.com/office/drawing/2014/main" id="{35F2D35E-0B97-4DA3-AD37-47073AA943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65960" y="4352859"/>
                  <a:ext cx="283234" cy="283234"/>
                </a:xfrm>
                <a:prstGeom prst="rect">
                  <a:avLst/>
                </a:prstGeom>
              </p:spPr>
            </p:pic>
            <p:pic>
              <p:nvPicPr>
                <p:cNvPr id="145" name="Image 10">
                  <a:extLst>
                    <a:ext uri="{FF2B5EF4-FFF2-40B4-BE49-F238E27FC236}">
                      <a16:creationId xmlns:a16="http://schemas.microsoft.com/office/drawing/2014/main" id="{712A5A18-0265-9629-8128-88063807FF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34431" y="1703778"/>
                  <a:ext cx="650801" cy="650801"/>
                </a:xfrm>
                <a:prstGeom prst="rect">
                  <a:avLst/>
                </a:prstGeom>
              </p:spPr>
            </p:pic>
            <p:cxnSp>
              <p:nvCxnSpPr>
                <p:cNvPr id="146" name="Koppling: böjd 145">
                  <a:extLst>
                    <a:ext uri="{FF2B5EF4-FFF2-40B4-BE49-F238E27FC236}">
                      <a16:creationId xmlns:a16="http://schemas.microsoft.com/office/drawing/2014/main" id="{CC15F04E-4B46-895D-2056-3BCBBA4C1849}"/>
                    </a:ext>
                  </a:extLst>
                </p:cNvPr>
                <p:cNvCxnSpPr>
                  <a:cxnSpLocks/>
                  <a:stCxn id="69" idx="4"/>
                  <a:endCxn id="98" idx="1"/>
                </p:cNvCxnSpPr>
                <p:nvPr/>
              </p:nvCxnSpPr>
              <p:spPr>
                <a:xfrm rot="16200000" flipH="1">
                  <a:off x="1026414" y="3536442"/>
                  <a:ext cx="608076" cy="1289304"/>
                </a:xfrm>
                <a:prstGeom prst="curvedConnector2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Koppling: böjd 146">
                  <a:extLst>
                    <a:ext uri="{FF2B5EF4-FFF2-40B4-BE49-F238E27FC236}">
                      <a16:creationId xmlns:a16="http://schemas.microsoft.com/office/drawing/2014/main" id="{1AA95946-85F6-CB2B-D682-1CED09AF51A1}"/>
                    </a:ext>
                  </a:extLst>
                </p:cNvPr>
                <p:cNvCxnSpPr>
                  <a:stCxn id="15" idx="2"/>
                </p:cNvCxnSpPr>
                <p:nvPr/>
              </p:nvCxnSpPr>
              <p:spPr>
                <a:xfrm rot="16200000" flipH="1">
                  <a:off x="7115716" y="2081944"/>
                  <a:ext cx="133792" cy="4261104"/>
                </a:xfrm>
                <a:prstGeom prst="curvedConnector2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Koppling: böjd 147">
                  <a:extLst>
                    <a:ext uri="{FF2B5EF4-FFF2-40B4-BE49-F238E27FC236}">
                      <a16:creationId xmlns:a16="http://schemas.microsoft.com/office/drawing/2014/main" id="{6939EF3D-0969-2827-C63B-6A7AB4DDACA6}"/>
                    </a:ext>
                  </a:extLst>
                </p:cNvPr>
                <p:cNvCxnSpPr>
                  <a:cxnSpLocks/>
                  <a:stCxn id="71" idx="2"/>
                </p:cNvCxnSpPr>
                <p:nvPr/>
              </p:nvCxnSpPr>
              <p:spPr>
                <a:xfrm rot="16200000" flipH="1">
                  <a:off x="5036875" y="2030233"/>
                  <a:ext cx="339532" cy="4570266"/>
                </a:xfrm>
                <a:prstGeom prst="curvedConnector2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Koppling: böjd 148">
                  <a:extLst>
                    <a:ext uri="{FF2B5EF4-FFF2-40B4-BE49-F238E27FC236}">
                      <a16:creationId xmlns:a16="http://schemas.microsoft.com/office/drawing/2014/main" id="{46D40ADB-FA59-F85F-9495-38861EFE2809}"/>
                    </a:ext>
                  </a:extLst>
                </p:cNvPr>
                <p:cNvCxnSpPr>
                  <a:cxnSpLocks/>
                  <a:stCxn id="71" idx="2"/>
                  <a:endCxn id="13" idx="0"/>
                </p:cNvCxnSpPr>
                <p:nvPr/>
              </p:nvCxnSpPr>
              <p:spPr>
                <a:xfrm rot="16200000" flipH="1">
                  <a:off x="4214782" y="2852326"/>
                  <a:ext cx="554416" cy="3140964"/>
                </a:xfrm>
                <a:prstGeom prst="curvedConnector3">
                  <a:avLst>
                    <a:gd name="adj1" fmla="val 5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Koppling: böjd 149">
                  <a:extLst>
                    <a:ext uri="{FF2B5EF4-FFF2-40B4-BE49-F238E27FC236}">
                      <a16:creationId xmlns:a16="http://schemas.microsoft.com/office/drawing/2014/main" id="{8F6D4C3D-C578-1104-C4C9-CC126E030FF3}"/>
                    </a:ext>
                  </a:extLst>
                </p:cNvPr>
                <p:cNvCxnSpPr>
                  <a:cxnSpLocks/>
                  <a:stCxn id="71" idx="2"/>
                </p:cNvCxnSpPr>
                <p:nvPr/>
              </p:nvCxnSpPr>
              <p:spPr>
                <a:xfrm rot="16200000" flipH="1">
                  <a:off x="2870614" y="4196494"/>
                  <a:ext cx="243520" cy="141732"/>
                </a:xfrm>
                <a:prstGeom prst="curvedConnector3">
                  <a:avLst>
                    <a:gd name="adj1" fmla="val 5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Koppling: böjd 150">
                  <a:extLst>
                    <a:ext uri="{FF2B5EF4-FFF2-40B4-BE49-F238E27FC236}">
                      <a16:creationId xmlns:a16="http://schemas.microsoft.com/office/drawing/2014/main" id="{34700B4C-130F-F262-7681-34AAFE2C68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438560" y="4196494"/>
                  <a:ext cx="243520" cy="141732"/>
                </a:xfrm>
                <a:prstGeom prst="curvedConnector3">
                  <a:avLst>
                    <a:gd name="adj1" fmla="val 5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Koppling: böjd 151">
                  <a:extLst>
                    <a:ext uri="{FF2B5EF4-FFF2-40B4-BE49-F238E27FC236}">
                      <a16:creationId xmlns:a16="http://schemas.microsoft.com/office/drawing/2014/main" id="{9C96878C-5B92-B8BD-070C-1FB64FEEEDE5}"/>
                    </a:ext>
                  </a:extLst>
                </p:cNvPr>
                <p:cNvCxnSpPr>
                  <a:cxnSpLocks/>
                  <a:stCxn id="64" idx="6"/>
                </p:cNvCxnSpPr>
                <p:nvPr/>
              </p:nvCxnSpPr>
              <p:spPr>
                <a:xfrm>
                  <a:off x="914400" y="3438144"/>
                  <a:ext cx="1060705" cy="310896"/>
                </a:xfrm>
                <a:prstGeom prst="curvedConnector3">
                  <a:avLst>
                    <a:gd name="adj1" fmla="val 5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Koppling: böjd 152">
                  <a:extLst>
                    <a:ext uri="{FF2B5EF4-FFF2-40B4-BE49-F238E27FC236}">
                      <a16:creationId xmlns:a16="http://schemas.microsoft.com/office/drawing/2014/main" id="{9C293156-11E6-D820-D805-0C31E66C7DDE}"/>
                    </a:ext>
                  </a:extLst>
                </p:cNvPr>
                <p:cNvCxnSpPr>
                  <a:cxnSpLocks/>
                  <a:stCxn id="64" idx="6"/>
                </p:cNvCxnSpPr>
                <p:nvPr/>
              </p:nvCxnSpPr>
              <p:spPr>
                <a:xfrm flipV="1">
                  <a:off x="914400" y="2907794"/>
                  <a:ext cx="1115570" cy="530350"/>
                </a:xfrm>
                <a:prstGeom prst="curvedConnector3">
                  <a:avLst>
                    <a:gd name="adj1" fmla="val 5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Koppling: böjd 153">
                  <a:extLst>
                    <a:ext uri="{FF2B5EF4-FFF2-40B4-BE49-F238E27FC236}">
                      <a16:creationId xmlns:a16="http://schemas.microsoft.com/office/drawing/2014/main" id="{E26D35A0-2420-AA49-E6E0-768709521BA4}"/>
                    </a:ext>
                  </a:extLst>
                </p:cNvPr>
                <p:cNvCxnSpPr>
                  <a:cxnSpLocks/>
                  <a:stCxn id="64" idx="6"/>
                </p:cNvCxnSpPr>
                <p:nvPr/>
              </p:nvCxnSpPr>
              <p:spPr>
                <a:xfrm>
                  <a:off x="914400" y="3438144"/>
                  <a:ext cx="1115568" cy="548640"/>
                </a:xfrm>
                <a:prstGeom prst="curvedConnector3">
                  <a:avLst>
                    <a:gd name="adj1" fmla="val 5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Koppling: böjd 154">
                  <a:extLst>
                    <a:ext uri="{FF2B5EF4-FFF2-40B4-BE49-F238E27FC236}">
                      <a16:creationId xmlns:a16="http://schemas.microsoft.com/office/drawing/2014/main" id="{F45EA51A-67BB-5FF1-E478-F3EE6D93B678}"/>
                    </a:ext>
                  </a:extLst>
                </p:cNvPr>
                <p:cNvCxnSpPr>
                  <a:cxnSpLocks/>
                  <a:stCxn id="64" idx="6"/>
                </p:cNvCxnSpPr>
                <p:nvPr/>
              </p:nvCxnSpPr>
              <p:spPr>
                <a:xfrm flipV="1">
                  <a:off x="914400" y="3136392"/>
                  <a:ext cx="1115568" cy="301752"/>
                </a:xfrm>
                <a:prstGeom prst="curvedConnector3">
                  <a:avLst>
                    <a:gd name="adj1" fmla="val 5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Koppling: böjd 155">
                  <a:extLst>
                    <a:ext uri="{FF2B5EF4-FFF2-40B4-BE49-F238E27FC236}">
                      <a16:creationId xmlns:a16="http://schemas.microsoft.com/office/drawing/2014/main" id="{EF883297-9F7D-D4FC-6CE3-AB7F96C785DF}"/>
                    </a:ext>
                  </a:extLst>
                </p:cNvPr>
                <p:cNvCxnSpPr>
                  <a:cxnSpLocks/>
                  <a:stCxn id="64" idx="6"/>
                  <a:endCxn id="71" idx="1"/>
                </p:cNvCxnSpPr>
                <p:nvPr/>
              </p:nvCxnSpPr>
              <p:spPr>
                <a:xfrm flipV="1">
                  <a:off x="914400" y="3366676"/>
                  <a:ext cx="1115568" cy="71468"/>
                </a:xfrm>
                <a:prstGeom prst="curvedConnector3">
                  <a:avLst>
                    <a:gd name="adj1" fmla="val 5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157" name="Image 1">
            <a:extLst>
              <a:ext uri="{FF2B5EF4-FFF2-40B4-BE49-F238E27FC236}">
                <a16:creationId xmlns:a16="http://schemas.microsoft.com/office/drawing/2014/main" id="{505E8126-04B9-0A9C-1ABC-8ACDD1831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43215" y="396227"/>
            <a:ext cx="532638" cy="5326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-tema">
  <a:themeElements>
    <a:clrScheme name="SKV">
      <a:dk1>
        <a:sysClr val="windowText" lastClr="000000"/>
      </a:dk1>
      <a:lt1>
        <a:sysClr val="window" lastClr="FFFFFF"/>
      </a:lt1>
      <a:dk2>
        <a:srgbClr val="003366"/>
      </a:dk2>
      <a:lt2>
        <a:srgbClr val="FFCC00"/>
      </a:lt2>
      <a:accent1>
        <a:srgbClr val="0070C0"/>
      </a:accent1>
      <a:accent2>
        <a:srgbClr val="C84A00"/>
      </a:accent2>
      <a:accent3>
        <a:srgbClr val="642864"/>
      </a:accent3>
      <a:accent4>
        <a:srgbClr val="009DD6"/>
      </a:accent4>
      <a:accent5>
        <a:srgbClr val="644641"/>
      </a:accent5>
      <a:accent6>
        <a:srgbClr val="C20064"/>
      </a:accent6>
      <a:hlink>
        <a:srgbClr val="3069A1"/>
      </a:hlink>
      <a:folHlink>
        <a:srgbClr val="7F7F7F"/>
      </a:folHlink>
    </a:clrScheme>
    <a:fontScheme name="Skatteverket 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atteverket widescreen.potx" id="{34CBBA4C-2E44-4EC9-B724-B9DFAC3FC717}" vid="{CD504CC7-8110-405A-BF68-EA35DB04139E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9D61AB8A77A0E47A66CCD7406471ACE" ma:contentTypeVersion="9" ma:contentTypeDescription="Skapa ett nytt dokument." ma:contentTypeScope="" ma:versionID="f5d23cbdf4235fa374fd5e924b8cf387">
  <xsd:schema xmlns:xsd="http://www.w3.org/2001/XMLSchema" xmlns:xs="http://www.w3.org/2001/XMLSchema" xmlns:p="http://schemas.microsoft.com/office/2006/metadata/properties" xmlns:ns2="a2c8835c-d3d0-4b69-b07f-f6fe9a9179bf" xmlns:ns3="07d149a3-ae10-47d9-91b5-5b543d868ada" targetNamespace="http://schemas.microsoft.com/office/2006/metadata/properties" ma:root="true" ma:fieldsID="7b26c4be6d0e6d5a4a58893de78d302d" ns2:_="" ns3:_="">
    <xsd:import namespace="a2c8835c-d3d0-4b69-b07f-f6fe9a9179bf"/>
    <xsd:import namespace="07d149a3-ae10-47d9-91b5-5b543d868a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c8835c-d3d0-4b69-b07f-f6fe9a9179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d149a3-ae10-47d9-91b5-5b543d868ada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03510D-149C-4915-9DCE-D6ED2E459C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c8835c-d3d0-4b69-b07f-f6fe9a9179bf"/>
    <ds:schemaRef ds:uri="07d149a3-ae10-47d9-91b5-5b543d868a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EAE118D-2263-4063-929B-777A685A56A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DCA041E-1AA7-4362-AFBB-C0A03C3EF1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39</TotalTime>
  <Words>428</Words>
  <Application>Microsoft Office PowerPoint</Application>
  <PresentationFormat>Bredbild</PresentationFormat>
  <Paragraphs>95</Paragraphs>
  <Slides>1</Slides>
  <Notes>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Office-tema</vt:lpstr>
      <vt:lpstr>PowerPoint-presentation</vt:lpstr>
    </vt:vector>
  </TitlesOfParts>
  <Company>Skatteverket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Fredrik Carleson</dc:creator>
  <cp:lastModifiedBy>Fredrik Carleson</cp:lastModifiedBy>
  <cp:revision>10</cp:revision>
  <dcterms:created xsi:type="dcterms:W3CDTF">2026-09-30T07:01:54Z</dcterms:created>
  <dcterms:modified xsi:type="dcterms:W3CDTF">2026-10-01T08:25:23Z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0x01010009D61AB8A77A0E47A66CCD7406471ACE</vt:lpwstr>
  </property>
  <property fmtid="{D5CDD505-2E9C-101B-9397-08002B2CF9AE}" pid="3" name="MSIP_Label_fc575275-2e27-4d96-9fbd-c68f075a2926_Enabled">
    <vt:lpwstr>true</vt:lpwstr>
  </property>
  <property fmtid="{D5CDD505-2E9C-101B-9397-08002B2CF9AE}" pid="4" name="MSIP_Label_fc575275-2e27-4d96-9fbd-c68f075a2926_SetDate">
    <vt:lpwstr>2026-09-30T07:09:03Z</vt:lpwstr>
  </property>
  <property fmtid="{D5CDD505-2E9C-101B-9397-08002B2CF9AE}" pid="5" name="MSIP_Label_fc575275-2e27-4d96-9fbd-c68f075a2926_Method">
    <vt:lpwstr>Standard</vt:lpwstr>
  </property>
  <property fmtid="{D5CDD505-2E9C-101B-9397-08002B2CF9AE}" pid="6" name="MSIP_Label_fc575275-2e27-4d96-9fbd-c68f075a2926_Name">
    <vt:lpwstr>SKV-EtikettEjVald</vt:lpwstr>
  </property>
  <property fmtid="{D5CDD505-2E9C-101B-9397-08002B2CF9AE}" pid="7" name="MSIP_Label_fc575275-2e27-4d96-9fbd-c68f075a2926_SiteId">
    <vt:lpwstr>7c7e1611-acc1-45fb-8e14-0b6a62416b87</vt:lpwstr>
  </property>
  <property fmtid="{D5CDD505-2E9C-101B-9397-08002B2CF9AE}" pid="8" name="MSIP_Label_fc575275-2e27-4d96-9fbd-c68f075a2926_ActionId">
    <vt:lpwstr>23a6af8b-0749-460d-84aa-d735ed4f5c8e</vt:lpwstr>
  </property>
  <property fmtid="{D5CDD505-2E9C-101B-9397-08002B2CF9AE}" pid="9" name="MSIP_Label_fc575275-2e27-4d96-9fbd-c68f075a2926_ContentBits">
    <vt:lpwstr>0</vt:lpwstr>
  </property>
  <property fmtid="{D5CDD505-2E9C-101B-9397-08002B2CF9AE}" pid="10" name="MSIP_Label_fc575275-2e27-4d96-9fbd-c68f075a2926_Tag">
    <vt:lpwstr>10, 3, 0, 1</vt:lpwstr>
  </property>
</Properties>
</file>